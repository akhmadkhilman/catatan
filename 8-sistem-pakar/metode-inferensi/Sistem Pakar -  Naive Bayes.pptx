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C66E89F-9F3C-65FC-7CE8-CFD79431C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86A5D0AC-B0C9-43CB-D14A-8C7E6C172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BE9130BA-9023-E572-78A5-C165449CC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0E25AF22-369F-7417-9AC3-323B29EF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B24DF75F-5AF6-4274-530E-C1959AA7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80AFEC7-9D03-F904-CCDF-B0D1B5C6C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C5A5620F-75FE-9D7D-B2EE-9BFD1AE58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F848FC1-683C-C411-4C28-D43CF88B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52AB9AA4-19E6-4105-FD4A-B367ED9C4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5CAFEFC7-D183-D090-7259-6DCC3417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9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40BA06F-0588-9C97-8183-AF663C4DD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E124B106-39CC-6AC8-0F62-31B073B57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348AF2D-CBAD-29D8-CEF8-D151AED8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7776157B-0D66-7406-EF4E-C7AD3D9F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7D989542-2416-CD6F-9DED-22B2A9D1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9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19D8A48-FF38-99A5-6CE3-198A97FE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3C1BE4E-692E-8611-C99C-8CD2E54D0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13E05FA0-A79D-FDFC-714C-155CCE108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832B137C-9D68-9AA9-4391-731F3CCC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DA4C93BF-3888-4F9C-0118-09110C29F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B3B74834-1DA5-876E-C1AC-BA9AECCF9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5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203E8C8-AC93-5F74-408F-A3C162557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C11CA8F1-56BD-7479-30C9-2E34B6CC2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D4F8C79E-E60E-7185-0FF3-6970AB982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96191839-C6D8-0875-BE4F-09DC3F131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405B55AF-9682-EE27-73D9-7A4EB51A2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434815A5-4018-B29F-139E-CE7CB2BC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7E6A7FA2-2D7D-A603-2D23-3E344857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2FE26471-5E5E-E7ED-7BB1-26E38527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31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392C200-A110-9B12-3A6C-AA624EEF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CDBDDD5D-120E-1732-C7B7-4E8C15BBC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7DE49B6A-1FE0-9CBB-E366-7C65671FF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17A5588F-360D-04C2-4A82-2582C2E3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1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67BE2CA5-DD5B-928C-B400-1E036CF6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804CE67C-8372-1B4F-0932-7EBCD1E8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F1355F63-6DD6-B5C7-D52A-A7A91185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94D9B8F-70B2-9AC7-0C29-0BA5F82F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07ABD26-5044-0119-D26A-E6A754D64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B08162FB-BF27-C0AF-6BF8-FAB1D4904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6EC83762-F35E-0142-C3B7-973F60D3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623FCC60-E4EE-B69A-EB70-5DA0ADEB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2349732F-6284-BD4B-39D8-793A95A1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42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991EBAC-C523-B9E9-F1F7-5DE88B05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BB049483-77BA-5678-7A8A-4DC7EE41B0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4F109E1B-8A4B-E632-A1D5-F8A6D532D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7E9A1B71-7330-1E0F-8EF0-2E7F0FB5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435DED2F-D4A8-0161-335B-8C0E3C92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DC0E508C-51D4-8E8C-1DD3-19BCA9FA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7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FACCA3A-ADF4-44F6-55D9-2601A5F6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7602C543-3828-87D0-9A35-6D2DA13F0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92042175-02CE-0A7D-D338-452EE3F2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DFE179D8-239D-BD4D-1E8B-766862D5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385D57CB-260E-4C78-1633-F71FBFE5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3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81AF4A5A-8145-D01C-CD94-6C5B5D097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4550D1B3-2CBC-9A40-1AE0-F386E730C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A831F65-3D3C-1404-B206-E1DEC467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8E8AD9F1-DC7E-0DCF-4A46-7A67EC45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FE2A856-1D0C-19D5-EC8B-6D83F96F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23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887D008A-1AD1-A2C9-33BA-52DCB3303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FB952A76-76B7-5A4B-A7F8-0C425A1FD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64079340-3E86-F46F-5CF8-6F2F143A4D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7F953-8090-4D41-8773-FE3EB5C9AE6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D69D756B-8763-64E0-E50A-846BC373F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C334A56-9C3D-7D19-E94C-F6D07A88F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8A74A-1015-426B-8DD8-9A802EBC7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1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FB0CEE0-E573-B54C-2AD9-DA26AEE3A6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0A4FFA0C-27F5-7C0D-301F-915EB4ADDD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6D6A088F-BBFC-5EC7-8AB1-0DC527F07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3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54C63D4C-1083-F363-368D-B1C059BF2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52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1C65B59C-F30A-C9D5-B4C1-AD66D46B5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3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BB782E08-254F-2820-1DED-DF53D33AA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4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BC04EE5-7767-A344-4C56-8A9E0C75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r>
              <a:rPr lang="en-US" dirty="0"/>
              <a:t>SOAL 1</a:t>
            </a:r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F20712BA-37CA-8FE2-9A41-F00693D4E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Persegi Panjang 4">
            <a:extLst>
              <a:ext uri="{FF2B5EF4-FFF2-40B4-BE49-F238E27FC236}">
                <a16:creationId xmlns:a16="http://schemas.microsoft.com/office/drawing/2014/main" id="{9A912D64-7160-7AB4-3B54-AAAB6BFCA732}"/>
              </a:ext>
            </a:extLst>
          </p:cNvPr>
          <p:cNvSpPr/>
          <p:nvPr/>
        </p:nvSpPr>
        <p:spPr>
          <a:xfrm>
            <a:off x="2493433" y="1011767"/>
            <a:ext cx="508000" cy="749300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70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C6E4215-A8DD-9FF5-5726-7BA8CECA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4821"/>
            <a:ext cx="10515600" cy="1325563"/>
          </a:xfrm>
        </p:spPr>
        <p:txBody>
          <a:bodyPr/>
          <a:lstStyle/>
          <a:p>
            <a:r>
              <a:rPr lang="en-US" dirty="0"/>
              <a:t> JAWABAN SOAL 1</a:t>
            </a:r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5BFA8250-E379-3756-08CB-F5BAEFE5C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Persegi Panjang 4">
            <a:extLst>
              <a:ext uri="{FF2B5EF4-FFF2-40B4-BE49-F238E27FC236}">
                <a16:creationId xmlns:a16="http://schemas.microsoft.com/office/drawing/2014/main" id="{EB77130D-5372-2875-9BD5-F1635512430B}"/>
              </a:ext>
            </a:extLst>
          </p:cNvPr>
          <p:cNvSpPr/>
          <p:nvPr/>
        </p:nvSpPr>
        <p:spPr>
          <a:xfrm>
            <a:off x="5222875" y="968375"/>
            <a:ext cx="454025" cy="660400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2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4E2C3C6-4922-B5A6-E1FD-24A8FB05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06367725-EC0D-F883-6584-C4174DE6C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497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</Words>
  <Application>Microsoft Office PowerPoint</Application>
  <PresentationFormat>Layar Lebar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Office</vt:lpstr>
      <vt:lpstr>Presentasi PowerPoint</vt:lpstr>
      <vt:lpstr>Presentasi PowerPoint</vt:lpstr>
      <vt:lpstr>Presentasi PowerPoint</vt:lpstr>
      <vt:lpstr>Presentasi PowerPoint</vt:lpstr>
      <vt:lpstr>SOAL 1</vt:lpstr>
      <vt:lpstr> JAWABAN SOAL 1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DD</dc:creator>
  <cp:lastModifiedBy>DD</cp:lastModifiedBy>
  <cp:revision>2</cp:revision>
  <dcterms:created xsi:type="dcterms:W3CDTF">2026-10-13T15:07:57Z</dcterms:created>
  <dcterms:modified xsi:type="dcterms:W3CDTF">2026-10-14T11:46:40Z</dcterms:modified>
</cp:coreProperties>
</file>