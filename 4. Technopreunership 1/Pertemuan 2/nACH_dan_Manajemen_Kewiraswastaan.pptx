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014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69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KULIAH KEWIRAUSAHAAN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Pengembangan nACH dan Manajemen Kewiraswastaan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motivasi berprestasi dan kemampuan mengelola usaha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0" y="365760"/>
            <a:ext cx="1188720" cy="11887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3657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Pencapaian Pembelajaran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Memahami teknik pengembangan nACH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mampu menjelaskan konsep need for Achievement dan teknik untuk menumbuhkannya pada diri sendiri maupun orang lain.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41707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Memahami manajemen kewiraswastaan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063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mampu menjelaskan fungsi dan area manajemen dalam merintis serta mengelola usaha.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nACH?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Achievement (kebutuhan berprestasi) dari David McClelland: dorongan untuk unggul, mencapai standar tinggi, dan berhasil dalam situasi yang menantang. Salah satu dari tiga kebutuhan dasar bersama afiliasi (nAff) dan kekuasaan (nPow).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12343B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429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Riset McClelland: nACH tinggi berkaitan dengan kecenderungan berwirausaha.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Ciri individu ber-nACH tinggi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46320" y="1691640"/>
            <a:ext cx="457200" cy="457200"/>
          </a:xfrm>
          <a:prstGeom prst="ellipse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Menyukai tanggung jawab pribadi atas hasil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331720"/>
            <a:ext cx="457200" cy="457200"/>
          </a:xfrm>
          <a:prstGeom prst="ellipse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risiko sedang yang terukur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2971800"/>
            <a:ext cx="457200" cy="457200"/>
          </a:xfrm>
          <a:prstGeom prst="ellipse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Membutuhkan umpan balik yang jelas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3611880"/>
            <a:ext cx="457200" cy="457200"/>
          </a:xfrm>
          <a:prstGeom prst="ellipse">
            <a:avLst/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pada tujuan dan kemajuan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41732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Pengembangan nACH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Cari umpan balik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20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kemajuan dengan hasil nyata dan evaluasi berkala.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Teladani model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920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dari wirausahawan sukses yang berprestasi.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0632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Ubah citra diri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4747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diri sebagai pribadi yang bertanggung jawab dan berprestasi.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0632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Kendalikan lamunan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4747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Arahkan pikiran ke tujuan dan langkah pencapaian.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langkah utama menurut McClelland.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Tahapan Pelatihan Motivasi Berprestasi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16916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Sindrom prestasi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Kenali pola pikir, perilaku, dan ciri orang berprestasi.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33472" y="146304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64992" y="16916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499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70632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diri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70632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Refleksikan motif, kekuatan, dan kelemahan diri.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18304" y="146304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9824" y="16916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982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55464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Penetapan tujuan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55464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tujuan yang menantang namun realistis.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03136" y="146304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34656" y="16916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3465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0296" y="2331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Dukungan sosial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0296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kelompok yang saling menguatkan.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dijalankan berurutan, dari pemahaman hingga penerapan.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624950" y="1151223"/>
            <a:ext cx="74007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Malcom </a:t>
            </a:r>
            <a:r>
              <a:rPr lang="en-US" dirty="0" err="1"/>
              <a:t>Gladwell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bukunya</a:t>
            </a:r>
            <a:r>
              <a:rPr lang="en-US" dirty="0"/>
              <a:t> Outliers </a:t>
            </a:r>
            <a:r>
              <a:rPr lang="en-US" dirty="0" err="1"/>
              <a:t>ada</a:t>
            </a:r>
            <a:r>
              <a:rPr lang="en-US" dirty="0"/>
              <a:t> 6 modal </a:t>
            </a:r>
            <a:r>
              <a:rPr lang="en-US" dirty="0" err="1"/>
              <a:t>sukses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orang:</a:t>
            </a:r>
          </a:p>
          <a:p>
            <a:pPr marL="457200" indent="-457200">
              <a:buAutoNum type="arabicPeriod"/>
            </a:pPr>
            <a:r>
              <a:rPr lang="en-US" dirty="0" err="1"/>
              <a:t>Bakat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 err="1"/>
              <a:t>Cerdas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 err="1"/>
              <a:t>Dukungan</a:t>
            </a:r>
            <a:r>
              <a:rPr lang="en-US" dirty="0"/>
              <a:t> </a:t>
            </a:r>
            <a:r>
              <a:rPr lang="en-US" dirty="0" err="1"/>
              <a:t>Lingkungan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dirty="0" err="1"/>
              <a:t>Keras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 err="1"/>
              <a:t>Pantang</a:t>
            </a:r>
            <a:r>
              <a:rPr lang="en-US" dirty="0"/>
              <a:t> </a:t>
            </a:r>
            <a:r>
              <a:rPr lang="en-US" dirty="0" err="1"/>
              <a:t>Menyerah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 err="1"/>
              <a:t>Siap</a:t>
            </a:r>
            <a:r>
              <a:rPr lang="en-US" dirty="0"/>
              <a:t> </a:t>
            </a:r>
            <a:r>
              <a:rPr lang="en-US" dirty="0" err="1"/>
              <a:t>Beruntung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36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Kewiraswastaan dan Karakter Wirausaha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017520"/>
          </a:xfrm>
          <a:prstGeom prst="roundRect">
            <a:avLst>
              <a:gd name="adj" fmla="val 3636"/>
            </a:avLst>
          </a:prstGeom>
          <a:solidFill>
            <a:srgbClr val="12343B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Kewiraswastaan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Sikap, jiwa, dan kemampuan menciptakan sesuatu yang baru dan bernilai melalui kreativitas, keberanian mengambil risiko, dan kerja keras.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Kreatif dan inovatif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901952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90195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Berani mengambil risiko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2523744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252374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Berorientasi pada hasil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3145536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4553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Gigih dan pantang menyerah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3767328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37673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Mampu memimpin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Manajemen Kewiraswastaan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manajemen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12343B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Perencanaan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33472" y="150876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12343B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33472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Pengorganisasian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18304" y="150876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12343B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18304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Pengarahan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03136" y="150876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12343B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03136" y="15087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Pengendalian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pengelolaan usaha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Pemasaran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sasaran dan strategi jual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33472" y="30632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70632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770632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produksi dan mutu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18304" y="30632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5464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55464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Modal, arus kas, laba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03136" y="30632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DE5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0296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40296" y="3657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Tim, peran, motivasi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dapat dikembangkan melalui umpan balik, model, citra diri, dan pengendalian lamunan.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31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berprestasi menggabungkan pemahaman, refleksi, tujuan, dan dukungan sosial.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91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Wirausaha yang berhasil memadukan motivasi berprestasi dengan manajemen usaha yang baik.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Diskusi: langkah apa yang akan kamu terapkan untuk meningkatkan nACH-mu?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428</Words>
  <Application>Microsoft Office PowerPoint</Application>
  <PresentationFormat>On-screen Show (16:9)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5</cp:revision>
  <dcterms:created xsi:type="dcterms:W3CDTF">2026-09-28T04:47:05Z</dcterms:created>
  <dcterms:modified xsi:type="dcterms:W3CDTF">2026-09-29T05:39:04Z</dcterms:modified>
</cp:coreProperties>
</file>