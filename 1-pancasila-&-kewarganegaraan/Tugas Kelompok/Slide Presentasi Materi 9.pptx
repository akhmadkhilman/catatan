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hatGPT Image Aug 12, 2026, 11_37_44 A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transition spd="slow">
    <p:fade/>
  </p:transition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transition spd="slow">
    <p:push dir="l"/>
  </p:transition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transition spd="slow">
    <p:wipe dir="l"/>
  </p:transition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transition spd="slow">
    <p:fade/>
  </p:transition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transition spd="slow">
    <p:cover dir="r"/>
  </p:transition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transition spd="slow">
    <p:wipe dir="u"/>
  </p:transition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transition spd="slow">
    <p:split orient="vert" dir="out"/>
  </p:transition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transition spd="slow">
    <p:fade/>
  </p:transition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transition spd="slow">
    <p:push dir="u"/>
  </p:transition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transition spd="slow">
    <p:fade/>
  </p:transition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