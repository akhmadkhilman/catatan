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DC60-DE6E-4EC5-B4BA-931C867AD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E433-5EFD-456A-9B9C-9A13A6839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2CCBD-EDA6-446D-847A-63494D69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5E64A-B19C-4C91-8858-2A11BBEB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CA524-0FAD-4363-B07A-E0823454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791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6EEB-3FA0-42BE-8091-93080648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0885B-3C35-4BA7-8E96-EAB5C25F5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CA9DA-7AC8-4532-915B-3FCD361F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8AB82-C5A6-4AC2-96D5-6E22020B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BD0AB-E5A2-4B50-BC46-CD3C56B2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70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668E-F6F7-45A0-9791-1DB4A2C3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D5AF7-48EC-451F-A914-C5580006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DCD1A-D717-4829-BD0C-7697C746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21F17-5DFC-4DA6-9004-862BC9AF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580EA-8842-4EFD-B16B-8FB90603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941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53AE-A4D0-4FD9-A762-0DDECE40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783FA-76C8-4F61-9D8F-097C5133A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11C83-92EF-4ADA-BA67-0721A0D77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B7318-3B2C-4FBD-A918-95B169B2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AF3898-2CBB-477E-909D-51B3319A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8F5FA-EBD9-45AA-83B3-CE7FD033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46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EA26-1694-489E-86A4-A150ACCA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C96E5-D1C4-4CFE-BA78-C5DE84BFD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BB8D7-C803-488F-9A93-3D11A6B51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579D5C-781E-438B-BE31-8E0A206F1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5FF94-9F6D-4C94-A642-98F056B0D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27CF8-04EB-4F33-BA57-30E1D13B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F7903B-BA58-4C59-9992-68AB11FF5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E91A5-BF25-4AAD-8D46-343EFD69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463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29BE-4AA0-4ED2-8679-0540A00C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0E9F5-41F4-4A48-81AD-D707551F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D40B5-EA4B-4BC1-89CD-A100E77D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B5022-0FE8-4CED-B470-E8B79E39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511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817F7-58F1-4294-88A8-08744F5A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96F22-17D2-42C3-AD2E-273B25EE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3B4E4-AFD6-4298-AF46-DE8206F3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305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A1ADB-1D24-423F-BD08-30B234496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90C0D-89EE-45F5-9892-4924A673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CF030-EBBE-46E3-A021-1639A9F42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337B0-6D60-4527-9CA0-C5F145CB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07396-32B8-4FAF-AFC5-5C8EBFC2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0B3D9-D223-4016-8C78-A07C735B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944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3836-2139-4356-8A9E-503AC4A0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FD17D-129E-4D99-BD24-8313A2D26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C1529-A918-470D-9D82-4702F0789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8FE9B-394B-414C-806A-25D0BEDF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2894E-B296-428E-8220-BFBF4FB2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6AF76-4D5A-4F8B-BCE5-776A13865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761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EC36-5288-4789-B28B-EB830BC4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60406-CB46-48C1-AE4B-FC26936C9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2048-49A1-4F08-98FA-EB86276D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16A63-33AD-4BA2-BAB0-4FDAE36A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E1D70-EA76-49A3-8787-FCE9310D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066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48A88-45A8-4A47-A864-09A1CC76C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1547A-4F2D-46BC-B2CD-3766905BE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2CA53-2539-42E2-A26B-178E63D5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A43CB-C39C-4105-A8E6-CDF18D28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D58CE-CE3A-42D7-819A-8FD81C90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692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A240A-35E1-4058-97C3-E7DD58AE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FEB3F-FDC2-4669-B8B4-2F19810C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DF94C-00AA-43CF-A705-E765A12FE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F6C32-C748-40D7-BC6C-EFC725CD58A5}" type="datetimeFigureOut">
              <a:rPr lang="en-ID" smtClean="0"/>
              <a:t>07/10/2026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B2D88-3691-43E0-A179-20551D130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BE2D-032E-4818-84C4-BFF73CF7C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928E6-B431-4885-9D40-B5A439A2C9B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586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2C7E-3191-49B8-9D95-A8FCD5C72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LATIHAN SISTEM PAKAR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37E66-1209-4E3E-8AE8-BED7F6221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6065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7081-8F2F-462C-8912-ABA649AC6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302"/>
            <a:ext cx="10515600" cy="5698661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Misalkan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5 </a:t>
            </a:r>
            <a:r>
              <a:rPr lang="en-ID" dirty="0" err="1"/>
              <a:t>buah</a:t>
            </a:r>
            <a:r>
              <a:rPr lang="en-ID" dirty="0"/>
              <a:t> rule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: </a:t>
            </a:r>
          </a:p>
          <a:p>
            <a:r>
              <a:rPr lang="en-ID" dirty="0"/>
              <a:t>R1 : If (O and Q) THEN J</a:t>
            </a:r>
          </a:p>
          <a:p>
            <a:r>
              <a:rPr lang="en-ID" dirty="0"/>
              <a:t>R2 : If (T and F) then O</a:t>
            </a:r>
          </a:p>
          <a:p>
            <a:r>
              <a:rPr lang="en-ID" dirty="0"/>
              <a:t>R3 : if (R and S) then H</a:t>
            </a:r>
          </a:p>
          <a:p>
            <a:r>
              <a:rPr lang="en-ID" dirty="0"/>
              <a:t>R4 : if (F and J) then G</a:t>
            </a:r>
          </a:p>
          <a:p>
            <a:r>
              <a:rPr lang="en-ID" dirty="0"/>
              <a:t>R5 : if (H and T) then J</a:t>
            </a:r>
          </a:p>
          <a:p>
            <a:r>
              <a:rPr lang="en-ID" dirty="0"/>
              <a:t>R6 : If (T and H and O) then Q</a:t>
            </a:r>
          </a:p>
          <a:p>
            <a:r>
              <a:rPr lang="en-ID" dirty="0"/>
              <a:t>R7 : If (G and H and T) then P</a:t>
            </a:r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Fakta-</a:t>
            </a:r>
            <a:r>
              <a:rPr lang="en-ID" dirty="0" err="1"/>
              <a:t>fakta</a:t>
            </a:r>
            <a:r>
              <a:rPr lang="en-ID" dirty="0"/>
              <a:t> : F, R, S dan T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</a:t>
            </a:r>
          </a:p>
          <a:p>
            <a:r>
              <a:rPr lang="en-ID" dirty="0"/>
              <a:t>Goal :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P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benar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32167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9F36C0-724D-480E-9FF1-E12CA0945924}"/>
              </a:ext>
            </a:extLst>
          </p:cNvPr>
          <p:cNvSpPr txBox="1"/>
          <p:nvPr/>
        </p:nvSpPr>
        <p:spPr>
          <a:xfrm>
            <a:off x="841829" y="62475"/>
            <a:ext cx="830217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Penalaran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  <a:p>
            <a:r>
              <a:rPr lang="en-US" dirty="0"/>
              <a:t>R1 : If (O and Q) THEN J</a:t>
            </a:r>
          </a:p>
          <a:p>
            <a:r>
              <a:rPr lang="en-US" dirty="0"/>
              <a:t>R2 : If (T and F) then O</a:t>
            </a:r>
          </a:p>
          <a:p>
            <a:r>
              <a:rPr lang="en-US" b="1" dirty="0"/>
              <a:t>R3 : if (R and S) then H (1)</a:t>
            </a:r>
            <a:r>
              <a:rPr lang="en-US" dirty="0"/>
              <a:t> (F, R, S, H, T)</a:t>
            </a:r>
          </a:p>
          <a:p>
            <a:r>
              <a:rPr lang="en-US" b="1" dirty="0"/>
              <a:t>R4 : if (F and J) then G  (3) </a:t>
            </a:r>
            <a:r>
              <a:rPr lang="en-US" dirty="0"/>
              <a:t>(F, J, G, R, S, H, T)</a:t>
            </a:r>
          </a:p>
          <a:p>
            <a:r>
              <a:rPr lang="en-US" b="1" dirty="0"/>
              <a:t>R5 : if (H and T) then J (2)</a:t>
            </a:r>
            <a:r>
              <a:rPr lang="en-US" dirty="0"/>
              <a:t> (F, R, S, H, T, J)</a:t>
            </a:r>
          </a:p>
          <a:p>
            <a:r>
              <a:rPr lang="en-US" dirty="0"/>
              <a:t>R6 : If (T and H and O) then Q</a:t>
            </a:r>
          </a:p>
          <a:p>
            <a:r>
              <a:rPr lang="en-US" b="1" dirty="0"/>
              <a:t>R7 : If (G and H and T) then P (4)</a:t>
            </a:r>
            <a:r>
              <a:rPr lang="en-US" dirty="0"/>
              <a:t> (F, J, P, G, R, S, H, T)</a:t>
            </a:r>
          </a:p>
          <a:p>
            <a:endParaRPr lang="en-US" dirty="0"/>
          </a:p>
          <a:p>
            <a:r>
              <a:rPr lang="en-US" dirty="0"/>
              <a:t>Fakta-</a:t>
            </a:r>
            <a:r>
              <a:rPr lang="en-US" dirty="0" err="1"/>
              <a:t>fakta</a:t>
            </a:r>
            <a:r>
              <a:rPr lang="en-US" dirty="0"/>
              <a:t> : F, R, S dan T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</a:p>
          <a:p>
            <a:r>
              <a:rPr lang="en-US" dirty="0"/>
              <a:t>Goal :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P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Penalaran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  <a:p>
            <a:endParaRPr lang="en-US" dirty="0"/>
          </a:p>
          <a:p>
            <a:r>
              <a:rPr lang="en-US" dirty="0"/>
              <a:t>R1 : If (O and Q) THEN J</a:t>
            </a:r>
          </a:p>
          <a:p>
            <a:r>
              <a:rPr lang="en-US" dirty="0"/>
              <a:t>R2 : If (T and F) then O</a:t>
            </a:r>
          </a:p>
          <a:p>
            <a:r>
              <a:rPr lang="en-US" b="1" dirty="0"/>
              <a:t>R3 : if (R and S) then H (1)</a:t>
            </a:r>
            <a:r>
              <a:rPr lang="en-US" dirty="0"/>
              <a:t> (F, H, R, S, T) </a:t>
            </a:r>
          </a:p>
          <a:p>
            <a:r>
              <a:rPr lang="en-US" b="1" dirty="0"/>
              <a:t>R4 : if (F and J) then G (3)</a:t>
            </a:r>
            <a:r>
              <a:rPr lang="en-US" dirty="0"/>
              <a:t> (F, G, H, J, R, S, T) </a:t>
            </a:r>
          </a:p>
          <a:p>
            <a:r>
              <a:rPr lang="en-US" b="1" dirty="0"/>
              <a:t>R5 : if (H and T) then J (2)</a:t>
            </a:r>
            <a:r>
              <a:rPr lang="en-US" dirty="0"/>
              <a:t> (F, H, J, R, S, T) </a:t>
            </a:r>
          </a:p>
          <a:p>
            <a:r>
              <a:rPr lang="en-US" dirty="0"/>
              <a:t>R6 : If (T and H and O) then Q</a:t>
            </a:r>
          </a:p>
          <a:p>
            <a:r>
              <a:rPr lang="en-US" b="1" dirty="0"/>
              <a:t>R7 : If (G and H and T) then P (4)</a:t>
            </a:r>
            <a:r>
              <a:rPr lang="en-US" dirty="0"/>
              <a:t> (F, G, H, J, P, R, S, T)</a:t>
            </a:r>
          </a:p>
          <a:p>
            <a:endParaRPr lang="en-US" dirty="0"/>
          </a:p>
          <a:p>
            <a:r>
              <a:rPr lang="en-US" dirty="0"/>
              <a:t>Fakta-</a:t>
            </a:r>
            <a:r>
              <a:rPr lang="en-US" dirty="0" err="1"/>
              <a:t>fakta</a:t>
            </a:r>
            <a:r>
              <a:rPr lang="en-US" dirty="0"/>
              <a:t> : F, R, S dan T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</a:p>
          <a:p>
            <a:r>
              <a:rPr lang="en-US" dirty="0"/>
              <a:t>Goal :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P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25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67081-8F2F-462C-8912-ABA649AC6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302"/>
            <a:ext cx="10515600" cy="5698661"/>
          </a:xfrm>
        </p:spPr>
        <p:txBody>
          <a:bodyPr>
            <a:normAutofit lnSpcReduction="10000"/>
          </a:bodyPr>
          <a:lstStyle/>
          <a:p>
            <a:r>
              <a:rPr lang="en-ID" dirty="0" err="1"/>
              <a:t>Misalkan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pakar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5 </a:t>
            </a:r>
            <a:r>
              <a:rPr lang="en-ID" dirty="0" err="1"/>
              <a:t>buah</a:t>
            </a:r>
            <a:r>
              <a:rPr lang="en-ID" dirty="0"/>
              <a:t> rule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: </a:t>
            </a:r>
          </a:p>
          <a:p>
            <a:r>
              <a:rPr lang="en-ID" dirty="0"/>
              <a:t>R1 : If (O and Q) THEN J</a:t>
            </a:r>
          </a:p>
          <a:p>
            <a:r>
              <a:rPr lang="en-ID" dirty="0"/>
              <a:t>R2 : If (T and F) then O</a:t>
            </a:r>
          </a:p>
          <a:p>
            <a:r>
              <a:rPr lang="en-ID" dirty="0"/>
              <a:t>R3 : if (R and S) then H</a:t>
            </a:r>
          </a:p>
          <a:p>
            <a:r>
              <a:rPr lang="en-ID" dirty="0"/>
              <a:t>R4 : if (F and J) then G</a:t>
            </a:r>
          </a:p>
          <a:p>
            <a:r>
              <a:rPr lang="en-ID" dirty="0"/>
              <a:t>R5 : if (H and T) then F</a:t>
            </a:r>
          </a:p>
          <a:p>
            <a:r>
              <a:rPr lang="en-ID" dirty="0"/>
              <a:t>R6 : If (T and H and O) then Q</a:t>
            </a:r>
          </a:p>
          <a:p>
            <a:r>
              <a:rPr lang="en-ID" dirty="0"/>
              <a:t>R7 : If (G and H and T) then P</a:t>
            </a:r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Fakta-</a:t>
            </a:r>
            <a:r>
              <a:rPr lang="en-ID" dirty="0" err="1"/>
              <a:t>fakta</a:t>
            </a:r>
            <a:r>
              <a:rPr lang="en-ID" dirty="0"/>
              <a:t> : R, S dan T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</a:t>
            </a:r>
          </a:p>
          <a:p>
            <a:r>
              <a:rPr lang="en-ID" dirty="0"/>
              <a:t>Goal :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P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dirty="0" err="1"/>
              <a:t>benar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6054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F1F15B-A63A-497A-AFB3-944B3E75ECD0}"/>
              </a:ext>
            </a:extLst>
          </p:cNvPr>
          <p:cNvSpPr txBox="1"/>
          <p:nvPr/>
        </p:nvSpPr>
        <p:spPr>
          <a:xfrm>
            <a:off x="3048000" y="-76025"/>
            <a:ext cx="6096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Penalaran</a:t>
            </a:r>
            <a:r>
              <a:rPr lang="en-US" dirty="0"/>
              <a:t> </a:t>
            </a:r>
            <a:r>
              <a:rPr lang="en-US" dirty="0" err="1"/>
              <a:t>Mundur</a:t>
            </a:r>
            <a:r>
              <a:rPr lang="en-US" dirty="0"/>
              <a:t> (R, S, T)</a:t>
            </a:r>
          </a:p>
          <a:p>
            <a:endParaRPr lang="en-US" dirty="0"/>
          </a:p>
          <a:p>
            <a:r>
              <a:rPr lang="en-US" b="1" dirty="0"/>
              <a:t>R1 : If (O and Q) THEN J (4) </a:t>
            </a:r>
            <a:r>
              <a:rPr lang="en-US" dirty="0"/>
              <a:t>(J, F, H, O, Q, R, S, T) </a:t>
            </a:r>
          </a:p>
          <a:p>
            <a:r>
              <a:rPr lang="en-US" b="1" dirty="0"/>
              <a:t>R2 : If (T and F) then O (3) </a:t>
            </a:r>
            <a:r>
              <a:rPr lang="en-US" dirty="0"/>
              <a:t>(F, H, O, R, S, T) </a:t>
            </a:r>
          </a:p>
          <a:p>
            <a:r>
              <a:rPr lang="en-US" b="1" dirty="0"/>
              <a:t>R3 : if (R and S) then H (1) </a:t>
            </a:r>
            <a:r>
              <a:rPr lang="en-US" dirty="0"/>
              <a:t>(H, R, S, T) </a:t>
            </a:r>
          </a:p>
          <a:p>
            <a:r>
              <a:rPr lang="en-US" b="1" dirty="0"/>
              <a:t>R4 : if (F and J) then G (6)</a:t>
            </a:r>
            <a:r>
              <a:rPr lang="en-US" dirty="0"/>
              <a:t> (J, F, G, H, O, Q, R, S, T) </a:t>
            </a:r>
          </a:p>
          <a:p>
            <a:r>
              <a:rPr lang="en-US" b="1" dirty="0"/>
              <a:t>R5 : if (H and T) then F (2) </a:t>
            </a:r>
            <a:r>
              <a:rPr lang="en-US" dirty="0"/>
              <a:t>(F, H, R, S, T) </a:t>
            </a:r>
          </a:p>
          <a:p>
            <a:r>
              <a:rPr lang="en-US" b="1" dirty="0"/>
              <a:t>R6 : If (T and H and O) then Q (5) </a:t>
            </a:r>
            <a:r>
              <a:rPr lang="en-US" dirty="0"/>
              <a:t>(F, H, O, Q, R, S, T) </a:t>
            </a:r>
          </a:p>
          <a:p>
            <a:r>
              <a:rPr lang="en-US" dirty="0"/>
              <a:t>R7 : If (G and H and T) then P * (G, H, T)</a:t>
            </a:r>
          </a:p>
          <a:p>
            <a:endParaRPr lang="en-US" dirty="0"/>
          </a:p>
          <a:p>
            <a:r>
              <a:rPr lang="en-US" dirty="0"/>
              <a:t>Fakta-</a:t>
            </a:r>
            <a:r>
              <a:rPr lang="en-US" dirty="0" err="1"/>
              <a:t>fakta</a:t>
            </a:r>
            <a:r>
              <a:rPr lang="en-US" dirty="0"/>
              <a:t> : R, S dan T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</a:p>
          <a:p>
            <a:r>
              <a:rPr lang="en-US" dirty="0"/>
              <a:t>Goal :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P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Penalaran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  <a:p>
            <a:endParaRPr lang="en-US" dirty="0"/>
          </a:p>
          <a:p>
            <a:r>
              <a:rPr lang="en-US" dirty="0"/>
              <a:t>R1 : If (O and Q) THEN J (4) (J, F, H, O, Q, R, S, T) </a:t>
            </a:r>
          </a:p>
          <a:p>
            <a:r>
              <a:rPr lang="en-US" dirty="0"/>
              <a:t>R2 : If (T and F) then O (3) (F, H, O, R, S, T) </a:t>
            </a:r>
          </a:p>
          <a:p>
            <a:r>
              <a:rPr lang="en-US" dirty="0"/>
              <a:t>R3 : if (R and S) then H (1) (H, R, S, T) </a:t>
            </a:r>
          </a:p>
          <a:p>
            <a:r>
              <a:rPr lang="en-US" dirty="0"/>
              <a:t>R4 : if (F and J) then G (6) (J, F, G, H, O, Q, R, S, T)  </a:t>
            </a:r>
          </a:p>
          <a:p>
            <a:r>
              <a:rPr lang="en-US" dirty="0"/>
              <a:t>R5 : if (H and T) then F (2) (F, H, R, S, T)  </a:t>
            </a:r>
          </a:p>
          <a:p>
            <a:r>
              <a:rPr lang="en-US" dirty="0"/>
              <a:t>R6 : If (T and H and O) then Q (5) (F, H, O, Q, R, S, T) </a:t>
            </a:r>
          </a:p>
          <a:p>
            <a:r>
              <a:rPr lang="en-US" dirty="0"/>
              <a:t>R7 : If (G and H and T) then P *</a:t>
            </a:r>
          </a:p>
          <a:p>
            <a:endParaRPr lang="en-US" dirty="0"/>
          </a:p>
          <a:p>
            <a:r>
              <a:rPr lang="en-US" dirty="0"/>
              <a:t>Fakta-</a:t>
            </a:r>
            <a:r>
              <a:rPr lang="en-US" dirty="0" err="1"/>
              <a:t>fakta</a:t>
            </a:r>
            <a:r>
              <a:rPr lang="en-US" dirty="0"/>
              <a:t> : R, S dan T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</a:p>
          <a:p>
            <a:r>
              <a:rPr lang="en-US" dirty="0"/>
              <a:t>Goal :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P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benar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96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936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LATIHAN SISTEM PAKAR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QUIS</dc:title>
  <dc:creator>ASUS</dc:creator>
  <cp:lastModifiedBy>una</cp:lastModifiedBy>
  <cp:revision>15</cp:revision>
  <dcterms:created xsi:type="dcterms:W3CDTF">2025-10-08T04:02:25Z</dcterms:created>
  <dcterms:modified xsi:type="dcterms:W3CDTF">2026-10-07T01:52:26Z</dcterms:modified>
</cp:coreProperties>
</file>