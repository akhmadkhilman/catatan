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</p:sldMasterIdLst>
  <p:notesMasterIdLst>
    <p:notesMasterId r:id="rId9"/>
  </p:notesMasterIdLst>
  <p:sldIdLst>
    <p:sldId id="256" r:id="rId3"/>
    <p:sldId id="305" r:id="rId4"/>
    <p:sldId id="308" r:id="rId5"/>
    <p:sldId id="309" r:id="rId6"/>
    <p:sldId id="303" r:id="rId7"/>
    <p:sldId id="304" r:id="rId8"/>
  </p:sldIdLst>
  <p:sldSz cx="9144000" cy="6858000" type="screen4x3"/>
  <p:notesSz cx="6858000" cy="9144000"/>
  <p:defaultTextStyle>
    <a:defPPr>
      <a:defRPr lang="en-GB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Lucida Sans Unicode" panose="020B0602030504020204" pitchFamily="34" charset="0"/>
        <a:cs typeface="Lucida Sans Unicode" panose="020B0602030504020204" pitchFamily="34" charset="0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Lucida Sans Unicode" panose="020B0602030504020204" pitchFamily="34" charset="0"/>
        <a:cs typeface="Lucida Sans Unicode" panose="020B0602030504020204" pitchFamily="34" charset="0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Lucida Sans Unicode" panose="020B0602030504020204" pitchFamily="34" charset="0"/>
        <a:cs typeface="Lucida Sans Unicode" panose="020B0602030504020204" pitchFamily="34" charset="0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Lucida Sans Unicode" panose="020B0602030504020204" pitchFamily="34" charset="0"/>
        <a:cs typeface="Lucida Sans Unicode" panose="020B0602030504020204" pitchFamily="34" charset="0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Lucida Sans Unicode" panose="020B0602030504020204" pitchFamily="34" charset="0"/>
        <a:cs typeface="Lucida Sans Unicode" panose="020B0602030504020204" pitchFamily="34" charset="0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Lucida Sans Unicode" panose="020B0602030504020204" pitchFamily="34" charset="0"/>
        <a:cs typeface="Lucida Sans Unicode" panose="020B0602030504020204" pitchFamily="34" charset="0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Lucida Sans Unicode" panose="020B0602030504020204" pitchFamily="34" charset="0"/>
        <a:cs typeface="Lucida Sans Unicode" panose="020B0602030504020204" pitchFamily="34" charset="0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Lucida Sans Unicode" panose="020B0602030504020204" pitchFamily="34" charset="0"/>
        <a:cs typeface="Lucida Sans Unicode" panose="020B0602030504020204" pitchFamily="34" charset="0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Lucida Sans Unicode" panose="020B0602030504020204" pitchFamily="34" charset="0"/>
        <a:cs typeface="Lucida Sans Unicode" panose="020B0602030504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362" y="72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AutoShape 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eaLnBrk="1" hangingPunct="1">
              <a:defRPr/>
            </a:pPr>
            <a:endParaRPr lang="en-US"/>
          </a:p>
        </p:txBody>
      </p:sp>
      <p:sp>
        <p:nvSpPr>
          <p:cNvPr id="2" name="Rectangle 2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2970213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Lucida Sans Unicode" panose="020B0602030504020204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3884613" y="0"/>
            <a:ext cx="2970212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Lucida Sans Unicode" panose="020B0602030504020204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7" name="Rectangle 4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4813" cy="41132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/>
          </p:nvPr>
        </p:nvSpPr>
        <p:spPr bwMode="auto">
          <a:xfrm>
            <a:off x="0" y="8685213"/>
            <a:ext cx="2970213" cy="4556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Lucida Sans Unicode" panose="020B0602030504020204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Lucida Sans Unicode" panose="020B0602030504020204" pitchFamily="34" charset="0"/>
              </a:defRPr>
            </a:lvl1pPr>
          </a:lstStyle>
          <a:p>
            <a:pPr>
              <a:defRPr/>
            </a:pPr>
            <a:fld id="{D9ED88C9-9D22-4884-A284-282C262E22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442015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panose="05000000000000000000" pitchFamily="2" charset="2"/>
              <a:buNone/>
            </a:pPr>
            <a:fld id="{3FE2B8F8-3A09-4909-BB2E-FD082C8AB110}" type="slidenum">
              <a:rPr lang="en-GB" altLang="en-US" smtClean="0"/>
              <a:pPr>
                <a:spcBef>
                  <a:spcPct val="0"/>
                </a:spcBef>
                <a:buSzPct val="45000"/>
                <a:buFont typeface="Wingdings" panose="05000000000000000000" pitchFamily="2" charset="2"/>
                <a:buNone/>
              </a:pPr>
              <a:t>1</a:t>
            </a:fld>
            <a:endParaRPr lang="en-GB" altLang="en-US"/>
          </a:p>
        </p:txBody>
      </p:sp>
      <p:sp>
        <p:nvSpPr>
          <p:cNvPr id="5123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3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18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86400" cy="41163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0527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F15BC-4AA1-41C4-8C26-91A7E3BB93D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1303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panose="05000000000000000000" pitchFamily="2" charset="2"/>
              <a:buNone/>
            </a:pPr>
            <a:fld id="{5C924B39-3181-498B-A96D-92D87594DC79}" type="slidenum">
              <a:rPr lang="en-GB" altLang="en-US" smtClean="0"/>
              <a:pPr>
                <a:spcBef>
                  <a:spcPct val="0"/>
                </a:spcBef>
                <a:buSzPct val="45000"/>
                <a:buFont typeface="Wingdings" panose="05000000000000000000" pitchFamily="2" charset="2"/>
                <a:buNone/>
              </a:pPr>
              <a:t>3</a:t>
            </a:fld>
            <a:endParaRPr lang="en-GB" altLang="en-US"/>
          </a:p>
        </p:txBody>
      </p:sp>
      <p:sp>
        <p:nvSpPr>
          <p:cNvPr id="2765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765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63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02807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panose="05000000000000000000" pitchFamily="2" charset="2"/>
              <a:buNone/>
            </a:pPr>
            <a:fld id="{5C924B39-3181-498B-A96D-92D87594DC79}" type="slidenum">
              <a:rPr lang="en-GB" altLang="en-US" smtClean="0"/>
              <a:pPr>
                <a:spcBef>
                  <a:spcPct val="0"/>
                </a:spcBef>
                <a:buSzPct val="45000"/>
                <a:buFont typeface="Wingdings" panose="05000000000000000000" pitchFamily="2" charset="2"/>
                <a:buNone/>
              </a:pPr>
              <a:t>4</a:t>
            </a:fld>
            <a:endParaRPr lang="en-GB" altLang="en-US"/>
          </a:p>
        </p:txBody>
      </p:sp>
      <p:sp>
        <p:nvSpPr>
          <p:cNvPr id="2765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765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63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00096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panose="05000000000000000000" pitchFamily="2" charset="2"/>
              <a:buNone/>
            </a:pPr>
            <a:fld id="{5C924B39-3181-498B-A96D-92D87594DC79}" type="slidenum">
              <a:rPr lang="en-GB" altLang="en-US" smtClean="0"/>
              <a:pPr>
                <a:spcBef>
                  <a:spcPct val="0"/>
                </a:spcBef>
                <a:buSzPct val="45000"/>
                <a:buFont typeface="Wingdings" panose="05000000000000000000" pitchFamily="2" charset="2"/>
                <a:buNone/>
              </a:pPr>
              <a:t>5</a:t>
            </a:fld>
            <a:endParaRPr lang="en-GB" altLang="en-US"/>
          </a:p>
        </p:txBody>
      </p:sp>
      <p:sp>
        <p:nvSpPr>
          <p:cNvPr id="2765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765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63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26536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panose="05000000000000000000" pitchFamily="2" charset="2"/>
              <a:buNone/>
            </a:pPr>
            <a:fld id="{6B68BEE1-FDDF-486E-83A6-E574C6C71EA5}" type="slidenum">
              <a:rPr lang="en-GB" altLang="en-US" smtClean="0"/>
              <a:pPr>
                <a:spcBef>
                  <a:spcPct val="0"/>
                </a:spcBef>
                <a:buSzPct val="45000"/>
                <a:buFont typeface="Wingdings" panose="05000000000000000000" pitchFamily="2" charset="2"/>
                <a:buNone/>
              </a:pPr>
              <a:t>6</a:t>
            </a:fld>
            <a:endParaRPr lang="en-GB" altLang="en-US"/>
          </a:p>
        </p:txBody>
      </p:sp>
      <p:sp>
        <p:nvSpPr>
          <p:cNvPr id="2969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970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63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15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21E401-2735-4D24-8D77-47B30134506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3361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916F44-43BA-42C9-87AB-3F2FFFDF646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2435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A1F7D6-D2B8-46B1-80E7-289CC6D9ED8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4447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7013" cy="4529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600200"/>
            <a:ext cx="4038600" cy="4529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F0E304-57B7-463E-956F-9AD16B3F24F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7300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FDEFFA-704B-4AD3-87EE-20252D1C12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2029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E7B2E5-4AA6-4EA6-9A01-B9504104C36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112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E37E4A-265D-4F50-839F-6FDFD0D0ED6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109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B2AF27-418D-4AE6-BA49-AAA1705A6A4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9066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065D53-D536-4E2C-A47A-083CCADD0D1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7873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D8F880-F04B-432C-85E8-DA2E36E3362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987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5813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4909CA-5212-475F-85C2-BFB2512D05A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65013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256432-5126-4DFB-94F2-8DE256DFB2F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22382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FBE81E-4C8D-4D4A-88C5-6D31605EF15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01613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8759F4-094D-43C3-8A9B-40443F2B107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85594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4963"/>
            <a:ext cx="4037013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604963"/>
            <a:ext cx="4038600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715D40-018A-4251-B8D0-820A5071EFA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3439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B87532-FBBA-4ACC-9E5A-817500CB830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80681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B3ACA1-25AA-4523-9602-DEF89A3681F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18440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E288A6-D4DC-4BC2-A227-1F6783E6328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86653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F95EF9-9EB8-457C-8D3D-BC0BD078FDD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9420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5BE8F1-5D1B-40CD-B720-837274FCEC1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21780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0B28D0-170C-43C1-AE8D-E6A167324D7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85245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24000"/>
            <a:ext cx="2055813" cy="46053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24000"/>
            <a:ext cx="6019800" cy="46053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4FBD56-3AF9-44A0-808B-2196385750E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04474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0"/>
            <a:ext cx="7621588" cy="1752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60FC9B-E8A0-4027-B37C-967140BF3D3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0045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8013" cy="113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8013" cy="452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3638"/>
            <a:ext cx="2132013" cy="4556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buClr>
                <a:srgbClr val="000000"/>
              </a:buClr>
              <a:buSzPct val="100000"/>
              <a:buFont typeface="Garamond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+mj-lt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94013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00000"/>
              </a:lnSpc>
              <a:buClr>
                <a:srgbClr val="000000"/>
              </a:buClr>
              <a:buSzPct val="100000"/>
              <a:buFont typeface="Garamond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+mj-lt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3638"/>
            <a:ext cx="2132013" cy="4556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buClr>
                <a:srgbClr val="000000"/>
              </a:buClr>
              <a:buSzPct val="100000"/>
              <a:buFont typeface="Garamond" panose="02020404030301010803" pitchFamily="18" charset="0"/>
              <a:buNone/>
              <a:defRPr sz="1200">
                <a:solidFill>
                  <a:srgbClr val="000000"/>
                </a:solidFill>
                <a:latin typeface="Garamond" panose="02020404030301010803" pitchFamily="18" charset="0"/>
                <a:ea typeface="+mn-ea"/>
              </a:defRPr>
            </a:lvl1pPr>
          </a:lstStyle>
          <a:p>
            <a:pPr>
              <a:defRPr/>
            </a:pPr>
            <a:fld id="{42074170-97CA-405C-A8E5-1100A6D2B92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1031" name="Freeform 6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8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2" name="Line 7"/>
          <p:cNvSpPr>
            <a:spLocks noChangeShapeType="1"/>
          </p:cNvSpPr>
          <p:nvPr/>
        </p:nvSpPr>
        <p:spPr bwMode="auto">
          <a:xfrm>
            <a:off x="457200" y="6172200"/>
            <a:ext cx="8229600" cy="1588"/>
          </a:xfrm>
          <a:prstGeom prst="line">
            <a:avLst/>
          </a:prstGeom>
          <a:noFill/>
          <a:ln w="1908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defTabSz="457200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6633"/>
        </a:buClr>
        <a:buSzPct val="100000"/>
        <a:buFont typeface="Garamond" panose="02020404030301010803" pitchFamily="18" charset="0"/>
        <a:defRPr sz="4200">
          <a:solidFill>
            <a:srgbClr val="006633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6633"/>
        </a:buClr>
        <a:buSzPct val="100000"/>
        <a:buFont typeface="Garamond" panose="02020404030301010803" pitchFamily="18" charset="0"/>
        <a:defRPr sz="4200">
          <a:solidFill>
            <a:srgbClr val="006633"/>
          </a:solidFill>
          <a:latin typeface="Garamond" pitchFamily="18" charset="0"/>
          <a:ea typeface="Lucida Sans Unicode" pitchFamily="34" charset="0"/>
          <a:cs typeface="Lucida Sans Unicode" pitchFamily="34" charset="0"/>
        </a:defRPr>
      </a:lvl2pPr>
      <a:lvl3pPr algn="l" defTabSz="457200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6633"/>
        </a:buClr>
        <a:buSzPct val="100000"/>
        <a:buFont typeface="Garamond" panose="02020404030301010803" pitchFamily="18" charset="0"/>
        <a:defRPr sz="4200">
          <a:solidFill>
            <a:srgbClr val="006633"/>
          </a:solidFill>
          <a:latin typeface="Garamond" pitchFamily="18" charset="0"/>
          <a:ea typeface="Lucida Sans Unicode" pitchFamily="34" charset="0"/>
          <a:cs typeface="Lucida Sans Unicode" pitchFamily="34" charset="0"/>
        </a:defRPr>
      </a:lvl3pPr>
      <a:lvl4pPr algn="l" defTabSz="457200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6633"/>
        </a:buClr>
        <a:buSzPct val="100000"/>
        <a:buFont typeface="Garamond" panose="02020404030301010803" pitchFamily="18" charset="0"/>
        <a:defRPr sz="4200">
          <a:solidFill>
            <a:srgbClr val="006633"/>
          </a:solidFill>
          <a:latin typeface="Garamond" pitchFamily="18" charset="0"/>
          <a:ea typeface="Lucida Sans Unicode" pitchFamily="34" charset="0"/>
          <a:cs typeface="Lucida Sans Unicode" pitchFamily="34" charset="0"/>
        </a:defRPr>
      </a:lvl4pPr>
      <a:lvl5pPr algn="l" defTabSz="457200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6633"/>
        </a:buClr>
        <a:buSzPct val="100000"/>
        <a:buFont typeface="Garamond" panose="02020404030301010803" pitchFamily="18" charset="0"/>
        <a:defRPr sz="4200">
          <a:solidFill>
            <a:srgbClr val="006633"/>
          </a:solidFill>
          <a:latin typeface="Garamond" pitchFamily="18" charset="0"/>
          <a:ea typeface="Lucida Sans Unicode" pitchFamily="34" charset="0"/>
          <a:cs typeface="Lucida Sans Unicode" pitchFamily="34" charset="0"/>
        </a:defRPr>
      </a:lvl5pPr>
      <a:lvl6pPr marL="457200" algn="l" defTabSz="457200" rtl="0" fontAlgn="base">
        <a:lnSpc>
          <a:spcPct val="95000"/>
        </a:lnSpc>
        <a:spcBef>
          <a:spcPct val="0"/>
        </a:spcBef>
        <a:spcAft>
          <a:spcPct val="0"/>
        </a:spcAft>
        <a:buClr>
          <a:srgbClr val="006633"/>
        </a:buClr>
        <a:buSzPct val="100000"/>
        <a:buFont typeface="Garamond" pitchFamily="18" charset="0"/>
        <a:defRPr sz="4200">
          <a:solidFill>
            <a:srgbClr val="006633"/>
          </a:solidFill>
          <a:latin typeface="Garamond" pitchFamily="18" charset="0"/>
          <a:ea typeface="Lucida Sans Unicode" pitchFamily="34" charset="0"/>
          <a:cs typeface="Lucida Sans Unicode" pitchFamily="34" charset="0"/>
        </a:defRPr>
      </a:lvl6pPr>
      <a:lvl7pPr marL="914400" algn="l" defTabSz="457200" rtl="0" fontAlgn="base">
        <a:lnSpc>
          <a:spcPct val="95000"/>
        </a:lnSpc>
        <a:spcBef>
          <a:spcPct val="0"/>
        </a:spcBef>
        <a:spcAft>
          <a:spcPct val="0"/>
        </a:spcAft>
        <a:buClr>
          <a:srgbClr val="006633"/>
        </a:buClr>
        <a:buSzPct val="100000"/>
        <a:buFont typeface="Garamond" pitchFamily="18" charset="0"/>
        <a:defRPr sz="4200">
          <a:solidFill>
            <a:srgbClr val="006633"/>
          </a:solidFill>
          <a:latin typeface="Garamond" pitchFamily="18" charset="0"/>
          <a:ea typeface="Lucida Sans Unicode" pitchFamily="34" charset="0"/>
          <a:cs typeface="Lucida Sans Unicode" pitchFamily="34" charset="0"/>
        </a:defRPr>
      </a:lvl7pPr>
      <a:lvl8pPr marL="1371600" algn="l" defTabSz="457200" rtl="0" fontAlgn="base">
        <a:lnSpc>
          <a:spcPct val="95000"/>
        </a:lnSpc>
        <a:spcBef>
          <a:spcPct val="0"/>
        </a:spcBef>
        <a:spcAft>
          <a:spcPct val="0"/>
        </a:spcAft>
        <a:buClr>
          <a:srgbClr val="006633"/>
        </a:buClr>
        <a:buSzPct val="100000"/>
        <a:buFont typeface="Garamond" pitchFamily="18" charset="0"/>
        <a:defRPr sz="4200">
          <a:solidFill>
            <a:srgbClr val="006633"/>
          </a:solidFill>
          <a:latin typeface="Garamond" pitchFamily="18" charset="0"/>
          <a:ea typeface="Lucida Sans Unicode" pitchFamily="34" charset="0"/>
          <a:cs typeface="Lucida Sans Unicode" pitchFamily="34" charset="0"/>
        </a:defRPr>
      </a:lvl8pPr>
      <a:lvl9pPr marL="1828800" algn="l" defTabSz="457200" rtl="0" fontAlgn="base">
        <a:lnSpc>
          <a:spcPct val="95000"/>
        </a:lnSpc>
        <a:spcBef>
          <a:spcPct val="0"/>
        </a:spcBef>
        <a:spcAft>
          <a:spcPct val="0"/>
        </a:spcAft>
        <a:buClr>
          <a:srgbClr val="006633"/>
        </a:buClr>
        <a:buSzPct val="100000"/>
        <a:buFont typeface="Garamond" pitchFamily="18" charset="0"/>
        <a:defRPr sz="4200">
          <a:solidFill>
            <a:srgbClr val="006633"/>
          </a:solidFill>
          <a:latin typeface="Garamond" pitchFamily="18" charset="0"/>
          <a:ea typeface="Lucida Sans Unicode" pitchFamily="34" charset="0"/>
          <a:cs typeface="Lucida Sans Unicode" pitchFamily="34" charset="0"/>
        </a:defRPr>
      </a:lvl9pPr>
    </p:titleStyle>
    <p:bodyStyle>
      <a:lvl1pPr marL="341313" indent="-341313" algn="l" defTabSz="457200" rtl="0" eaLnBrk="0" fontAlgn="base" hangingPunct="0">
        <a:lnSpc>
          <a:spcPct val="93000"/>
        </a:lnSpc>
        <a:spcBef>
          <a:spcPts val="750"/>
        </a:spcBef>
        <a:spcAft>
          <a:spcPct val="0"/>
        </a:spcAft>
        <a:buClr>
          <a:srgbClr val="CC9900"/>
        </a:buClr>
        <a:buSzPct val="65000"/>
        <a:buFont typeface="Wingdings" panose="05000000000000000000" pitchFamily="2" charset="2"/>
        <a:buChar char=""/>
        <a:defRPr sz="3000">
          <a:solidFill>
            <a:srgbClr val="000000"/>
          </a:solidFill>
          <a:latin typeface="+mn-lt"/>
          <a:ea typeface="+mn-ea"/>
          <a:cs typeface="+mn-cs"/>
        </a:defRPr>
      </a:lvl1pPr>
      <a:lvl2pPr marL="668338" indent="-325438" algn="l" defTabSz="457200" rtl="0" eaLnBrk="0" fontAlgn="base" hangingPunct="0">
        <a:lnSpc>
          <a:spcPct val="93000"/>
        </a:lnSpc>
        <a:spcBef>
          <a:spcPts val="650"/>
        </a:spcBef>
        <a:spcAft>
          <a:spcPct val="0"/>
        </a:spcAft>
        <a:buClr>
          <a:srgbClr val="3B812F"/>
        </a:buClr>
        <a:buSzPct val="60000"/>
        <a:buFont typeface="Wingdings" panose="05000000000000000000" pitchFamily="2" charset="2"/>
        <a:buChar char=""/>
        <a:defRPr sz="2600">
          <a:solidFill>
            <a:srgbClr val="000000"/>
          </a:solidFill>
          <a:latin typeface="+mn-lt"/>
          <a:ea typeface="+mn-ea"/>
          <a:cs typeface="+mn-cs"/>
        </a:defRPr>
      </a:lvl2pPr>
      <a:lvl3pPr marL="1020763" indent="-349250" algn="l" defTabSz="457200" rtl="0" eaLnBrk="0" fontAlgn="base" hangingPunct="0">
        <a:lnSpc>
          <a:spcPct val="93000"/>
        </a:lnSpc>
        <a:spcBef>
          <a:spcPts val="550"/>
        </a:spcBef>
        <a:spcAft>
          <a:spcPct val="0"/>
        </a:spcAft>
        <a:buClr>
          <a:srgbClr val="CC9900"/>
        </a:buClr>
        <a:buSzPct val="65000"/>
        <a:buFont typeface="Wingdings" panose="05000000000000000000" pitchFamily="2" charset="2"/>
        <a:buChar char=""/>
        <a:defRPr sz="2200">
          <a:solidFill>
            <a:srgbClr val="000000"/>
          </a:solidFill>
          <a:latin typeface="+mn-lt"/>
          <a:ea typeface="+mn-ea"/>
          <a:cs typeface="+mn-cs"/>
        </a:defRPr>
      </a:lvl3pPr>
      <a:lvl4pPr marL="1338263" indent="-314325" algn="l" defTabSz="457200" rtl="0" eaLnBrk="0" fontAlgn="base" hangingPunct="0">
        <a:lnSpc>
          <a:spcPct val="93000"/>
        </a:lnSpc>
        <a:spcBef>
          <a:spcPts val="500"/>
        </a:spcBef>
        <a:spcAft>
          <a:spcPct val="0"/>
        </a:spcAft>
        <a:buClr>
          <a:srgbClr val="3B812F"/>
        </a:buClr>
        <a:buSzPct val="70000"/>
        <a:buFont typeface="Wingdings" panose="05000000000000000000" pitchFamily="2" charset="2"/>
        <a:buChar char=""/>
        <a:defRPr sz="2000">
          <a:solidFill>
            <a:srgbClr val="000000"/>
          </a:solidFill>
          <a:latin typeface="+mn-lt"/>
          <a:ea typeface="+mn-ea"/>
          <a:cs typeface="+mn-cs"/>
        </a:defRPr>
      </a:lvl4pPr>
      <a:lvl5pPr marL="1679575" indent="-338138" algn="l" defTabSz="457200" rtl="0" eaLnBrk="0" fontAlgn="base" hangingPunct="0">
        <a:lnSpc>
          <a:spcPct val="93000"/>
        </a:lnSpc>
        <a:spcBef>
          <a:spcPts val="500"/>
        </a:spcBef>
        <a:spcAft>
          <a:spcPct val="0"/>
        </a:spcAft>
        <a:buClr>
          <a:srgbClr val="3B812F"/>
        </a:buClr>
        <a:buSzPct val="75000"/>
        <a:buFont typeface="Wingdings" panose="05000000000000000000" pitchFamily="2" charset="2"/>
        <a:buChar char="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136775" indent="-338138" algn="l" defTabSz="457200" rtl="0" fontAlgn="base">
        <a:lnSpc>
          <a:spcPct val="93000"/>
        </a:lnSpc>
        <a:spcBef>
          <a:spcPts val="500"/>
        </a:spcBef>
        <a:spcAft>
          <a:spcPct val="0"/>
        </a:spcAft>
        <a:buClr>
          <a:srgbClr val="3B812F"/>
        </a:buClr>
        <a:buSzPct val="75000"/>
        <a:buFont typeface="Wingdings" pitchFamily="2" charset="2"/>
        <a:buChar char="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593975" indent="-338138" algn="l" defTabSz="457200" rtl="0" fontAlgn="base">
        <a:lnSpc>
          <a:spcPct val="93000"/>
        </a:lnSpc>
        <a:spcBef>
          <a:spcPts val="500"/>
        </a:spcBef>
        <a:spcAft>
          <a:spcPct val="0"/>
        </a:spcAft>
        <a:buClr>
          <a:srgbClr val="3B812F"/>
        </a:buClr>
        <a:buSzPct val="75000"/>
        <a:buFont typeface="Wingdings" pitchFamily="2" charset="2"/>
        <a:buChar char="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051175" indent="-338138" algn="l" defTabSz="457200" rtl="0" fontAlgn="base">
        <a:lnSpc>
          <a:spcPct val="93000"/>
        </a:lnSpc>
        <a:spcBef>
          <a:spcPts val="500"/>
        </a:spcBef>
        <a:spcAft>
          <a:spcPct val="0"/>
        </a:spcAft>
        <a:buClr>
          <a:srgbClr val="3B812F"/>
        </a:buClr>
        <a:buSzPct val="75000"/>
        <a:buFont typeface="Wingdings" pitchFamily="2" charset="2"/>
        <a:buChar char="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508375" indent="-338138" algn="l" defTabSz="457200" rtl="0" fontAlgn="base">
        <a:lnSpc>
          <a:spcPct val="93000"/>
        </a:lnSpc>
        <a:spcBef>
          <a:spcPts val="500"/>
        </a:spcBef>
        <a:spcAft>
          <a:spcPct val="0"/>
        </a:spcAft>
        <a:buClr>
          <a:srgbClr val="3B812F"/>
        </a:buClr>
        <a:buSzPct val="75000"/>
        <a:buFont typeface="Wingdings" pitchFamily="2" charset="2"/>
        <a:buChar char="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1524000"/>
            <a:ext cx="7621588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3638"/>
            <a:ext cx="2132013" cy="4556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buClr>
                <a:srgbClr val="000000"/>
              </a:buClr>
              <a:buSzPct val="100000"/>
              <a:buFont typeface="Garamond" pitchFamily="18" charset="0"/>
              <a:buNone/>
              <a:tabLst>
                <a:tab pos="723900" algn="l"/>
                <a:tab pos="1447800" algn="l"/>
              </a:tabLst>
              <a:defRPr sz="1200">
                <a:solidFill>
                  <a:srgbClr val="000000"/>
                </a:solidFill>
                <a:latin typeface="+mj-lt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3638"/>
            <a:ext cx="2894013" cy="4556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00000"/>
              </a:lnSpc>
              <a:buClr>
                <a:srgbClr val="000000"/>
              </a:buClr>
              <a:buSzPct val="100000"/>
              <a:buFont typeface="Garamond" pitchFamily="18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+mj-lt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3638"/>
            <a:ext cx="2132013" cy="4556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buClr>
                <a:srgbClr val="000000"/>
              </a:buClr>
              <a:buSzPct val="100000"/>
              <a:buFont typeface="Garamond" panose="02020404030301010803" pitchFamily="18" charset="0"/>
              <a:buNone/>
              <a:defRPr sz="1200">
                <a:solidFill>
                  <a:srgbClr val="000000"/>
                </a:solidFill>
                <a:latin typeface="Garamond" panose="02020404030301010803" pitchFamily="18" charset="0"/>
                <a:ea typeface="+mn-ea"/>
              </a:defRPr>
            </a:lvl1pPr>
          </a:lstStyle>
          <a:p>
            <a:pPr>
              <a:defRPr/>
            </a:pPr>
            <a:fld id="{D6CE4480-C278-4C0C-AB53-9870FF44DA0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2054" name="Freeform 5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56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5" name="Line 6"/>
          <p:cNvSpPr>
            <a:spLocks noChangeShapeType="1"/>
          </p:cNvSpPr>
          <p:nvPr/>
        </p:nvSpPr>
        <p:spPr bwMode="auto">
          <a:xfrm>
            <a:off x="1981200" y="3962400"/>
            <a:ext cx="6511925" cy="1588"/>
          </a:xfrm>
          <a:prstGeom prst="line">
            <a:avLst/>
          </a:prstGeom>
          <a:noFill/>
          <a:ln w="1908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6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4963"/>
            <a:ext cx="8228013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457200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6633"/>
        </a:buClr>
        <a:buSzPct val="100000"/>
        <a:buFont typeface="Garamond" panose="02020404030301010803" pitchFamily="18" charset="0"/>
        <a:defRPr sz="4200">
          <a:solidFill>
            <a:srgbClr val="006633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6633"/>
        </a:buClr>
        <a:buSzPct val="100000"/>
        <a:buFont typeface="Garamond" panose="02020404030301010803" pitchFamily="18" charset="0"/>
        <a:defRPr sz="4200">
          <a:solidFill>
            <a:srgbClr val="006633"/>
          </a:solidFill>
          <a:latin typeface="Garamond" pitchFamily="18" charset="0"/>
          <a:ea typeface="Lucida Sans Unicode" pitchFamily="34" charset="0"/>
          <a:cs typeface="Lucida Sans Unicode" pitchFamily="34" charset="0"/>
        </a:defRPr>
      </a:lvl2pPr>
      <a:lvl3pPr algn="l" defTabSz="457200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6633"/>
        </a:buClr>
        <a:buSzPct val="100000"/>
        <a:buFont typeface="Garamond" panose="02020404030301010803" pitchFamily="18" charset="0"/>
        <a:defRPr sz="4200">
          <a:solidFill>
            <a:srgbClr val="006633"/>
          </a:solidFill>
          <a:latin typeface="Garamond" pitchFamily="18" charset="0"/>
          <a:ea typeface="Lucida Sans Unicode" pitchFamily="34" charset="0"/>
          <a:cs typeface="Lucida Sans Unicode" pitchFamily="34" charset="0"/>
        </a:defRPr>
      </a:lvl3pPr>
      <a:lvl4pPr algn="l" defTabSz="457200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6633"/>
        </a:buClr>
        <a:buSzPct val="100000"/>
        <a:buFont typeface="Garamond" panose="02020404030301010803" pitchFamily="18" charset="0"/>
        <a:defRPr sz="4200">
          <a:solidFill>
            <a:srgbClr val="006633"/>
          </a:solidFill>
          <a:latin typeface="Garamond" pitchFamily="18" charset="0"/>
          <a:ea typeface="Lucida Sans Unicode" pitchFamily="34" charset="0"/>
          <a:cs typeface="Lucida Sans Unicode" pitchFamily="34" charset="0"/>
        </a:defRPr>
      </a:lvl4pPr>
      <a:lvl5pPr algn="l" defTabSz="457200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6633"/>
        </a:buClr>
        <a:buSzPct val="100000"/>
        <a:buFont typeface="Garamond" panose="02020404030301010803" pitchFamily="18" charset="0"/>
        <a:defRPr sz="4200">
          <a:solidFill>
            <a:srgbClr val="006633"/>
          </a:solidFill>
          <a:latin typeface="Garamond" pitchFamily="18" charset="0"/>
          <a:ea typeface="Lucida Sans Unicode" pitchFamily="34" charset="0"/>
          <a:cs typeface="Lucida Sans Unicode" pitchFamily="34" charset="0"/>
        </a:defRPr>
      </a:lvl5pPr>
      <a:lvl6pPr marL="457200" algn="l" defTabSz="457200" rtl="0" fontAlgn="base">
        <a:lnSpc>
          <a:spcPct val="95000"/>
        </a:lnSpc>
        <a:spcBef>
          <a:spcPct val="0"/>
        </a:spcBef>
        <a:spcAft>
          <a:spcPct val="0"/>
        </a:spcAft>
        <a:buClr>
          <a:srgbClr val="006633"/>
        </a:buClr>
        <a:buSzPct val="100000"/>
        <a:buFont typeface="Garamond" pitchFamily="18" charset="0"/>
        <a:defRPr sz="4200">
          <a:solidFill>
            <a:srgbClr val="006633"/>
          </a:solidFill>
          <a:latin typeface="Garamond" pitchFamily="18" charset="0"/>
          <a:ea typeface="Lucida Sans Unicode" pitchFamily="34" charset="0"/>
          <a:cs typeface="Lucida Sans Unicode" pitchFamily="34" charset="0"/>
        </a:defRPr>
      </a:lvl6pPr>
      <a:lvl7pPr marL="914400" algn="l" defTabSz="457200" rtl="0" fontAlgn="base">
        <a:lnSpc>
          <a:spcPct val="95000"/>
        </a:lnSpc>
        <a:spcBef>
          <a:spcPct val="0"/>
        </a:spcBef>
        <a:spcAft>
          <a:spcPct val="0"/>
        </a:spcAft>
        <a:buClr>
          <a:srgbClr val="006633"/>
        </a:buClr>
        <a:buSzPct val="100000"/>
        <a:buFont typeface="Garamond" pitchFamily="18" charset="0"/>
        <a:defRPr sz="4200">
          <a:solidFill>
            <a:srgbClr val="006633"/>
          </a:solidFill>
          <a:latin typeface="Garamond" pitchFamily="18" charset="0"/>
          <a:ea typeface="Lucida Sans Unicode" pitchFamily="34" charset="0"/>
          <a:cs typeface="Lucida Sans Unicode" pitchFamily="34" charset="0"/>
        </a:defRPr>
      </a:lvl7pPr>
      <a:lvl8pPr marL="1371600" algn="l" defTabSz="457200" rtl="0" fontAlgn="base">
        <a:lnSpc>
          <a:spcPct val="95000"/>
        </a:lnSpc>
        <a:spcBef>
          <a:spcPct val="0"/>
        </a:spcBef>
        <a:spcAft>
          <a:spcPct val="0"/>
        </a:spcAft>
        <a:buClr>
          <a:srgbClr val="006633"/>
        </a:buClr>
        <a:buSzPct val="100000"/>
        <a:buFont typeface="Garamond" pitchFamily="18" charset="0"/>
        <a:defRPr sz="4200">
          <a:solidFill>
            <a:srgbClr val="006633"/>
          </a:solidFill>
          <a:latin typeface="Garamond" pitchFamily="18" charset="0"/>
          <a:ea typeface="Lucida Sans Unicode" pitchFamily="34" charset="0"/>
          <a:cs typeface="Lucida Sans Unicode" pitchFamily="34" charset="0"/>
        </a:defRPr>
      </a:lvl8pPr>
      <a:lvl9pPr marL="1828800" algn="l" defTabSz="457200" rtl="0" fontAlgn="base">
        <a:lnSpc>
          <a:spcPct val="95000"/>
        </a:lnSpc>
        <a:spcBef>
          <a:spcPct val="0"/>
        </a:spcBef>
        <a:spcAft>
          <a:spcPct val="0"/>
        </a:spcAft>
        <a:buClr>
          <a:srgbClr val="006633"/>
        </a:buClr>
        <a:buSzPct val="100000"/>
        <a:buFont typeface="Garamond" pitchFamily="18" charset="0"/>
        <a:defRPr sz="4200">
          <a:solidFill>
            <a:srgbClr val="006633"/>
          </a:solidFill>
          <a:latin typeface="Garamond" pitchFamily="18" charset="0"/>
          <a:ea typeface="Lucida Sans Unicode" pitchFamily="34" charset="0"/>
          <a:cs typeface="Lucida Sans Unicode" pitchFamily="34" charset="0"/>
        </a:defRPr>
      </a:lvl9pPr>
    </p:titleStyle>
    <p:bodyStyle>
      <a:lvl1pPr marL="341313" indent="-341313" algn="l" defTabSz="457200" rtl="0" eaLnBrk="0" fontAlgn="base" hangingPunct="0">
        <a:lnSpc>
          <a:spcPct val="93000"/>
        </a:lnSpc>
        <a:spcBef>
          <a:spcPts val="750"/>
        </a:spcBef>
        <a:spcAft>
          <a:spcPct val="0"/>
        </a:spcAft>
        <a:buClr>
          <a:srgbClr val="CC9900"/>
        </a:buClr>
        <a:buSzPct val="65000"/>
        <a:buFont typeface="Wingdings" panose="05000000000000000000" pitchFamily="2" charset="2"/>
        <a:buChar char=""/>
        <a:defRPr sz="3000">
          <a:solidFill>
            <a:srgbClr val="000000"/>
          </a:solidFill>
          <a:latin typeface="+mn-lt"/>
          <a:ea typeface="+mn-ea"/>
          <a:cs typeface="+mn-cs"/>
        </a:defRPr>
      </a:lvl1pPr>
      <a:lvl2pPr marL="668338" indent="-325438" algn="l" defTabSz="457200" rtl="0" eaLnBrk="0" fontAlgn="base" hangingPunct="0">
        <a:lnSpc>
          <a:spcPct val="93000"/>
        </a:lnSpc>
        <a:spcBef>
          <a:spcPts val="650"/>
        </a:spcBef>
        <a:spcAft>
          <a:spcPct val="0"/>
        </a:spcAft>
        <a:buClr>
          <a:srgbClr val="3B812F"/>
        </a:buClr>
        <a:buSzPct val="60000"/>
        <a:buFont typeface="Wingdings" panose="05000000000000000000" pitchFamily="2" charset="2"/>
        <a:buChar char=""/>
        <a:defRPr sz="2600">
          <a:solidFill>
            <a:srgbClr val="000000"/>
          </a:solidFill>
          <a:latin typeface="+mn-lt"/>
          <a:ea typeface="+mn-ea"/>
          <a:cs typeface="+mn-cs"/>
        </a:defRPr>
      </a:lvl2pPr>
      <a:lvl3pPr marL="1020763" indent="-349250" algn="l" defTabSz="457200" rtl="0" eaLnBrk="0" fontAlgn="base" hangingPunct="0">
        <a:lnSpc>
          <a:spcPct val="93000"/>
        </a:lnSpc>
        <a:spcBef>
          <a:spcPts val="550"/>
        </a:spcBef>
        <a:spcAft>
          <a:spcPct val="0"/>
        </a:spcAft>
        <a:buClr>
          <a:srgbClr val="CC9900"/>
        </a:buClr>
        <a:buSzPct val="65000"/>
        <a:buFont typeface="Wingdings" panose="05000000000000000000" pitchFamily="2" charset="2"/>
        <a:buChar char=""/>
        <a:defRPr sz="2200">
          <a:solidFill>
            <a:srgbClr val="000000"/>
          </a:solidFill>
          <a:latin typeface="+mn-lt"/>
          <a:ea typeface="+mn-ea"/>
          <a:cs typeface="+mn-cs"/>
        </a:defRPr>
      </a:lvl3pPr>
      <a:lvl4pPr marL="1338263" indent="-314325" algn="l" defTabSz="457200" rtl="0" eaLnBrk="0" fontAlgn="base" hangingPunct="0">
        <a:lnSpc>
          <a:spcPct val="93000"/>
        </a:lnSpc>
        <a:spcBef>
          <a:spcPts val="500"/>
        </a:spcBef>
        <a:spcAft>
          <a:spcPct val="0"/>
        </a:spcAft>
        <a:buClr>
          <a:srgbClr val="3B812F"/>
        </a:buClr>
        <a:buSzPct val="70000"/>
        <a:buFont typeface="Wingdings" panose="05000000000000000000" pitchFamily="2" charset="2"/>
        <a:buChar char=""/>
        <a:defRPr sz="2000">
          <a:solidFill>
            <a:srgbClr val="000000"/>
          </a:solidFill>
          <a:latin typeface="+mn-lt"/>
          <a:ea typeface="+mn-ea"/>
          <a:cs typeface="+mn-cs"/>
        </a:defRPr>
      </a:lvl4pPr>
      <a:lvl5pPr marL="1679575" indent="-338138" algn="l" defTabSz="457200" rtl="0" eaLnBrk="0" fontAlgn="base" hangingPunct="0">
        <a:lnSpc>
          <a:spcPct val="93000"/>
        </a:lnSpc>
        <a:spcBef>
          <a:spcPts val="500"/>
        </a:spcBef>
        <a:spcAft>
          <a:spcPct val="0"/>
        </a:spcAft>
        <a:buClr>
          <a:srgbClr val="3B812F"/>
        </a:buClr>
        <a:buSzPct val="75000"/>
        <a:buFont typeface="Wingdings" panose="05000000000000000000" pitchFamily="2" charset="2"/>
        <a:buChar char="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136775" indent="-338138" algn="l" defTabSz="457200" rtl="0" fontAlgn="base">
        <a:lnSpc>
          <a:spcPct val="93000"/>
        </a:lnSpc>
        <a:spcBef>
          <a:spcPts val="500"/>
        </a:spcBef>
        <a:spcAft>
          <a:spcPct val="0"/>
        </a:spcAft>
        <a:buClr>
          <a:srgbClr val="3B812F"/>
        </a:buClr>
        <a:buSzPct val="75000"/>
        <a:buFont typeface="Wingdings" pitchFamily="2" charset="2"/>
        <a:buChar char="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593975" indent="-338138" algn="l" defTabSz="457200" rtl="0" fontAlgn="base">
        <a:lnSpc>
          <a:spcPct val="93000"/>
        </a:lnSpc>
        <a:spcBef>
          <a:spcPts val="500"/>
        </a:spcBef>
        <a:spcAft>
          <a:spcPct val="0"/>
        </a:spcAft>
        <a:buClr>
          <a:srgbClr val="3B812F"/>
        </a:buClr>
        <a:buSzPct val="75000"/>
        <a:buFont typeface="Wingdings" pitchFamily="2" charset="2"/>
        <a:buChar char="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051175" indent="-338138" algn="l" defTabSz="457200" rtl="0" fontAlgn="base">
        <a:lnSpc>
          <a:spcPct val="93000"/>
        </a:lnSpc>
        <a:spcBef>
          <a:spcPts val="500"/>
        </a:spcBef>
        <a:spcAft>
          <a:spcPct val="0"/>
        </a:spcAft>
        <a:buClr>
          <a:srgbClr val="3B812F"/>
        </a:buClr>
        <a:buSzPct val="75000"/>
        <a:buFont typeface="Wingdings" pitchFamily="2" charset="2"/>
        <a:buChar char="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508375" indent="-338138" algn="l" defTabSz="457200" rtl="0" fontAlgn="base">
        <a:lnSpc>
          <a:spcPct val="93000"/>
        </a:lnSpc>
        <a:spcBef>
          <a:spcPts val="500"/>
        </a:spcBef>
        <a:spcAft>
          <a:spcPct val="0"/>
        </a:spcAft>
        <a:buClr>
          <a:srgbClr val="3B812F"/>
        </a:buClr>
        <a:buSzPct val="75000"/>
        <a:buFont typeface="Wingdings" pitchFamily="2" charset="2"/>
        <a:buChar char="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/>
          <p:cNvSpPr>
            <a:spLocks noGrp="1" noChangeArrowheads="1"/>
          </p:cNvSpPr>
          <p:nvPr>
            <p:ph type="title"/>
          </p:nvPr>
        </p:nvSpPr>
        <p:spPr>
          <a:xfrm>
            <a:off x="914400" y="1524000"/>
            <a:ext cx="7623175" cy="1754188"/>
          </a:xfrm>
        </p:spPr>
        <p:txBody>
          <a:bodyPr/>
          <a:lstStyle/>
          <a:p>
            <a:pPr algn="ctr"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sz="5000" dirty="0" err="1"/>
              <a:t>Pengantar</a:t>
            </a:r>
            <a:r>
              <a:rPr lang="en-GB" altLang="en-US" sz="5000" dirty="0"/>
              <a:t> </a:t>
            </a:r>
            <a:r>
              <a:rPr lang="en-GB" altLang="en-US" sz="5000" dirty="0" err="1"/>
              <a:t>Sistem</a:t>
            </a:r>
            <a:r>
              <a:rPr lang="en-GB" altLang="en-US" sz="5000" dirty="0"/>
              <a:t> </a:t>
            </a:r>
            <a:r>
              <a:rPr lang="en-GB" altLang="en-US" sz="5000" dirty="0" err="1"/>
              <a:t>Pakar</a:t>
            </a:r>
            <a:endParaRPr lang="en-GB" altLang="en-US" sz="50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0B8E3A-59EF-492D-8656-E38ADE296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772816"/>
            <a:ext cx="8272211" cy="172846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d-ID" sz="2700" dirty="0"/>
              <a:t>Seseorang berkonsultasi pada sistem pakar untuk mengetahui apakah terkena </a:t>
            </a:r>
            <a:r>
              <a:rPr lang="id-ID" altLang="en-US" sz="2700" b="1" dirty="0"/>
              <a:t>Penyakit Typus</a:t>
            </a:r>
            <a:r>
              <a:rPr lang="id-ID" sz="2700" dirty="0"/>
              <a:t> atau tidak. Sistem pakar mempunyai basis pengetahuan sebagai berikut :</a:t>
            </a:r>
          </a:p>
        </p:txBody>
      </p:sp>
    </p:spTree>
    <p:extLst>
      <p:ext uri="{BB962C8B-B14F-4D97-AF65-F5344CB8AC3E}">
        <p14:creationId xmlns:p14="http://schemas.microsoft.com/office/powerpoint/2010/main" val="1067995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196975"/>
            <a:ext cx="8229600" cy="4824413"/>
          </a:xfrm>
        </p:spPr>
        <p:txBody>
          <a:bodyPr/>
          <a:lstStyle/>
          <a:p>
            <a:r>
              <a:rPr lang="id-ID" altLang="en-US" sz="2700" dirty="0"/>
              <a:t>IF G1 : Anoreksia</a:t>
            </a:r>
          </a:p>
          <a:p>
            <a:r>
              <a:rPr lang="id-ID" altLang="en-US" sz="2700" dirty="0"/>
              <a:t>AND G30 : Demam</a:t>
            </a:r>
            <a:endParaRPr lang="en-GB" altLang="en-US" sz="2700" dirty="0"/>
          </a:p>
          <a:p>
            <a:r>
              <a:rPr lang="id-ID" altLang="en-US" sz="2700" dirty="0"/>
              <a:t>AND G32 : Denyut nadi melambat </a:t>
            </a:r>
            <a:endParaRPr lang="en-GB" altLang="en-US" sz="2700" dirty="0"/>
          </a:p>
          <a:p>
            <a:r>
              <a:rPr lang="id-ID" altLang="en-US" sz="2700" dirty="0"/>
              <a:t>AND G34 : Diare</a:t>
            </a:r>
            <a:endParaRPr lang="en-GB" altLang="en-US" sz="2700" dirty="0"/>
          </a:p>
          <a:p>
            <a:r>
              <a:rPr lang="id-ID" altLang="en-US" sz="2700" dirty="0"/>
              <a:t>AND G46 : Lidah putih kotor</a:t>
            </a:r>
            <a:endParaRPr lang="en-GB" altLang="en-US" sz="2700" dirty="0"/>
          </a:p>
          <a:p>
            <a:r>
              <a:rPr lang="id-ID" altLang="en-US" sz="2700" dirty="0"/>
              <a:t>AND G47 : Malayse</a:t>
            </a:r>
            <a:endParaRPr lang="en-GB" altLang="en-US" sz="2700" dirty="0"/>
          </a:p>
          <a:p>
            <a:r>
              <a:rPr lang="id-ID" altLang="en-US" sz="2700" dirty="0"/>
              <a:t>AND G51 : Mual </a:t>
            </a:r>
            <a:endParaRPr lang="en-GB" altLang="en-US" sz="2700" dirty="0"/>
          </a:p>
          <a:p>
            <a:r>
              <a:rPr lang="id-ID" altLang="en-US" sz="2700" dirty="0"/>
              <a:t>AND G64 : Perut </a:t>
            </a:r>
            <a:r>
              <a:rPr lang="en-GB" altLang="en-US" sz="2700" dirty="0"/>
              <a:t>s</a:t>
            </a:r>
            <a:r>
              <a:rPr lang="id-ID" altLang="en-US" sz="2700" dirty="0"/>
              <a:t>akit</a:t>
            </a:r>
          </a:p>
          <a:p>
            <a:r>
              <a:rPr lang="id-ID" altLang="en-US" sz="2700" dirty="0"/>
              <a:t>THEN P1 (Penyakit Typus)</a:t>
            </a:r>
          </a:p>
        </p:txBody>
      </p:sp>
    </p:spTree>
    <p:extLst>
      <p:ext uri="{BB962C8B-B14F-4D97-AF65-F5344CB8AC3E}">
        <p14:creationId xmlns:p14="http://schemas.microsoft.com/office/powerpoint/2010/main" val="324859121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196975"/>
            <a:ext cx="8229600" cy="4824413"/>
          </a:xfrm>
        </p:spPr>
        <p:txBody>
          <a:bodyPr/>
          <a:lstStyle/>
          <a:p>
            <a:r>
              <a:rPr lang="id-ID" sz="2800" dirty="0"/>
              <a:t>Pengguna konsultasi diberi pilihan jawaban yang masing-masing bobotnya sebagai berikut :</a:t>
            </a:r>
          </a:p>
          <a:p>
            <a:r>
              <a:rPr lang="id-ID" sz="2800" dirty="0"/>
              <a:t>No Keterangan Nilai User</a:t>
            </a:r>
          </a:p>
          <a:p>
            <a:pPr marL="0" indent="0">
              <a:buNone/>
            </a:pPr>
            <a:r>
              <a:rPr lang="en-GB" sz="2800" dirty="0"/>
              <a:t>    </a:t>
            </a:r>
            <a:r>
              <a:rPr lang="id-ID" sz="2800" dirty="0"/>
              <a:t>1 Tidak 0</a:t>
            </a:r>
          </a:p>
          <a:p>
            <a:pPr marL="0" indent="0">
              <a:buNone/>
            </a:pPr>
            <a:r>
              <a:rPr lang="en-GB" sz="2800" dirty="0"/>
              <a:t>    </a:t>
            </a:r>
            <a:r>
              <a:rPr lang="id-ID" sz="2800" dirty="0"/>
              <a:t>2 Tidak tahu 0,2</a:t>
            </a:r>
          </a:p>
          <a:p>
            <a:pPr marL="0" indent="0">
              <a:buNone/>
            </a:pPr>
            <a:r>
              <a:rPr lang="en-GB" sz="2800" dirty="0"/>
              <a:t>    </a:t>
            </a:r>
            <a:r>
              <a:rPr lang="id-ID" sz="2800" dirty="0"/>
              <a:t>3 Sedikit yakin 0,4</a:t>
            </a:r>
          </a:p>
          <a:p>
            <a:pPr marL="0" indent="0">
              <a:buNone/>
            </a:pPr>
            <a:r>
              <a:rPr lang="en-GB" sz="2800" dirty="0"/>
              <a:t>    </a:t>
            </a:r>
            <a:r>
              <a:rPr lang="id-ID" sz="2800" dirty="0"/>
              <a:t>4 Cukup yakin 0,6</a:t>
            </a:r>
          </a:p>
          <a:p>
            <a:pPr marL="0" indent="0">
              <a:buNone/>
            </a:pPr>
            <a:r>
              <a:rPr lang="en-GB" sz="2800" dirty="0"/>
              <a:t>    </a:t>
            </a:r>
            <a:r>
              <a:rPr lang="id-ID" sz="2800" dirty="0"/>
              <a:t>5 Yakin 0,8</a:t>
            </a:r>
          </a:p>
          <a:p>
            <a:pPr marL="0" indent="0">
              <a:buNone/>
            </a:pPr>
            <a:r>
              <a:rPr lang="en-GB" sz="2800" dirty="0"/>
              <a:t>    </a:t>
            </a:r>
            <a:r>
              <a:rPr lang="id-ID" sz="2800" dirty="0"/>
              <a:t>6 Sangat yakin 1</a:t>
            </a:r>
          </a:p>
        </p:txBody>
      </p:sp>
    </p:spTree>
    <p:extLst>
      <p:ext uri="{BB962C8B-B14F-4D97-AF65-F5344CB8AC3E}">
        <p14:creationId xmlns:p14="http://schemas.microsoft.com/office/powerpoint/2010/main" val="127155021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196975"/>
            <a:ext cx="8229600" cy="4824413"/>
          </a:xfrm>
        </p:spPr>
        <p:txBody>
          <a:bodyPr/>
          <a:lstStyle/>
          <a:p>
            <a:r>
              <a:rPr lang="en-US" altLang="en-US" sz="2700" dirty="0"/>
              <a:t>CF </a:t>
            </a:r>
            <a:r>
              <a:rPr lang="en-US" altLang="en-US" sz="2700" dirty="0" err="1"/>
              <a:t>Pakar</a:t>
            </a:r>
            <a:endParaRPr lang="en-US" altLang="en-US" sz="2700" dirty="0"/>
          </a:p>
          <a:p>
            <a:r>
              <a:rPr lang="id-ID" altLang="en-US" sz="2700" dirty="0"/>
              <a:t>IF G1 : Anoreksia (CF rule = 0.4) </a:t>
            </a:r>
          </a:p>
          <a:p>
            <a:r>
              <a:rPr lang="id-ID" altLang="en-US" sz="2700" dirty="0"/>
              <a:t>AND G30 : Demam (CF rule = 1.0)  AND G32 : Denyut nadi melambat (CF rule = 0.8) </a:t>
            </a:r>
          </a:p>
          <a:p>
            <a:r>
              <a:rPr lang="id-ID" altLang="en-US" sz="2700" dirty="0"/>
              <a:t>AND G34 : Diare (CF rule = 0.4)  AND G46 : Lidah putih kotor (CF rule = 1.0)</a:t>
            </a:r>
          </a:p>
          <a:p>
            <a:r>
              <a:rPr lang="id-ID" altLang="en-US" sz="2700" dirty="0"/>
              <a:t>AND G47 : Malayse (CF rule = 0.4)  AND G51 : Mual (CF rule = 0.4) </a:t>
            </a:r>
          </a:p>
          <a:p>
            <a:r>
              <a:rPr lang="id-ID" altLang="en-US" sz="2700" dirty="0"/>
              <a:t>AND G64 : Perut sakit (CF rule = 1.0)</a:t>
            </a:r>
          </a:p>
          <a:p>
            <a:r>
              <a:rPr lang="id-ID" altLang="en-US" sz="2700" dirty="0"/>
              <a:t>THEN P1 (Penyakit Typus)</a:t>
            </a:r>
          </a:p>
        </p:txBody>
      </p:sp>
    </p:spTree>
    <p:extLst>
      <p:ext uri="{BB962C8B-B14F-4D97-AF65-F5344CB8AC3E}">
        <p14:creationId xmlns:p14="http://schemas.microsoft.com/office/powerpoint/2010/main" val="232152521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196975"/>
            <a:ext cx="8229600" cy="4824413"/>
          </a:xfrm>
        </p:spPr>
        <p:txBody>
          <a:bodyPr/>
          <a:lstStyle/>
          <a:p>
            <a:r>
              <a:rPr lang="en-US" altLang="en-US" sz="2700"/>
              <a:t>CF User</a:t>
            </a:r>
          </a:p>
          <a:p>
            <a:r>
              <a:rPr lang="id-ID" altLang="en-US" sz="2700"/>
              <a:t>Anoreksia : Mungkin (CF E = 0.4), Demam : Kemungkinan besar (CF E = 0.6)</a:t>
            </a:r>
          </a:p>
          <a:p>
            <a:r>
              <a:rPr lang="id-ID" altLang="en-US" sz="2700"/>
              <a:t>Denyut nadi melambat : Kemungkinan besar (CF E = 0.6)</a:t>
            </a:r>
          </a:p>
          <a:p>
            <a:r>
              <a:rPr lang="id-ID" altLang="en-US" sz="2700"/>
              <a:t>Diare : Tidak (CF E = 0), Lidah putih kotor : Hampir pasti (CF E = 0.8)</a:t>
            </a:r>
          </a:p>
          <a:p>
            <a:r>
              <a:rPr lang="id-ID" altLang="en-US" sz="2700"/>
              <a:t>Malayse : Mungkin (CF E = 0.4), Mual : Mungkin (CF E = 0.4)</a:t>
            </a:r>
          </a:p>
          <a:p>
            <a:r>
              <a:rPr lang="id-ID" altLang="en-US" sz="2700"/>
              <a:t>Perut sakit : Hampir pasti (CF E = 0.8)</a:t>
            </a:r>
          </a:p>
        </p:txBody>
      </p:sp>
    </p:spTree>
    <p:extLst>
      <p:ext uri="{BB962C8B-B14F-4D97-AF65-F5344CB8AC3E}">
        <p14:creationId xmlns:p14="http://schemas.microsoft.com/office/powerpoint/2010/main" val="35230801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aramond"/>
        <a:ea typeface="Lucida Sans Unicode"/>
        <a:cs typeface="Lucida Sans Unicode"/>
      </a:majorFont>
      <a:minorFont>
        <a:latin typeface="Arial"/>
        <a:ea typeface="Lucida Sans Unicode"/>
        <a:cs typeface="Lucida Sans Unicod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Lucida Sans Unicode" pitchFamily="34" charset="0"/>
            <a:cs typeface="Lucida Sans Unicode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Lucida Sans Unicode" pitchFamily="34" charset="0"/>
            <a:cs typeface="Lucida Sans Unicode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aramond"/>
        <a:ea typeface="Lucida Sans Unicode"/>
        <a:cs typeface="Lucida Sans Unicode"/>
      </a:majorFont>
      <a:minorFont>
        <a:latin typeface="Arial"/>
        <a:ea typeface="Lucida Sans Unicode"/>
        <a:cs typeface="Lucida Sans Unicod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Lucida Sans Unicode" pitchFamily="34" charset="0"/>
            <a:cs typeface="Lucida Sans Unicode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Lucida Sans Unicode" pitchFamily="34" charset="0"/>
            <a:cs typeface="Lucida Sans Unicode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1238</TotalTime>
  <Words>294</Words>
  <Application>Microsoft Office PowerPoint</Application>
  <PresentationFormat>On-screen Show (4:3)</PresentationFormat>
  <Paragraphs>38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Garamond</vt:lpstr>
      <vt:lpstr>Times New Roman</vt:lpstr>
      <vt:lpstr>Wingdings</vt:lpstr>
      <vt:lpstr>Default Design</vt:lpstr>
      <vt:lpstr>1_Default Design</vt:lpstr>
      <vt:lpstr>Pengantar Sistem Pakar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Pengantar Sistem Pakar</dc:title>
  <dc:creator>LESTI</dc:creator>
  <cp:lastModifiedBy>ASUS</cp:lastModifiedBy>
  <cp:revision>44</cp:revision>
  <dcterms:modified xsi:type="dcterms:W3CDTF">2025-10-29T04:17:22Z</dcterms:modified>
</cp:coreProperties>
</file>