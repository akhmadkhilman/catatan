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7"/>
  </p:notesMasterIdLst>
  <p:sldIdLst>
    <p:sldId id="256" r:id="rId3"/>
    <p:sldId id="305" r:id="rId4"/>
    <p:sldId id="308" r:id="rId5"/>
    <p:sldId id="304" r:id="rId6"/>
  </p:sldIdLst>
  <p:sldSz cx="9144000" cy="6858000" type="screen4x3"/>
  <p:notesSz cx="6858000" cy="91440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Lucida Sans Unicode" panose="020B0602030504020204" pitchFamily="34" charset="0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702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Lucida Sans Unicode" panose="020B0602030504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70212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Lucida Sans Unicode" panose="020B0602030504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7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0413" cy="3427413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4813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8685213"/>
            <a:ext cx="29702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ea typeface="Lucida Sans Unicode" panose="020B0602030504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Lucida Sans Unicode" panose="020B0602030504020204" pitchFamily="34" charset="0"/>
              </a:defRPr>
            </a:lvl1pPr>
          </a:lstStyle>
          <a:p>
            <a:pPr>
              <a:defRPr/>
            </a:pPr>
            <a:fld id="{D9ED88C9-9D22-4884-A284-282C262E22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4201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3FE2B8F8-3A09-4909-BB2E-FD082C8AB110}" type="slidenum">
              <a:rPr lang="en-GB" altLang="en-US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1</a:t>
            </a:fld>
            <a:endParaRPr lang="en-GB" altLang="en-US"/>
          </a:p>
        </p:txBody>
      </p:sp>
      <p:sp>
        <p:nvSpPr>
          <p:cNvPr id="5123" name="Text Box 1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64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0527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F15BC-4AA1-41C4-8C26-91A7E3BB93D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130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5C924B39-3181-498B-A96D-92D87594DC79}" type="slidenum">
              <a:rPr lang="en-GB" altLang="en-US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3</a:t>
            </a:fld>
            <a:endParaRPr lang="en-GB" altLang="en-US"/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280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6B68BEE1-FDDF-486E-83A6-E574C6C71EA5}" type="slidenum">
              <a:rPr lang="en-GB" altLang="en-US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4</a:t>
            </a:fld>
            <a:endParaRPr lang="en-GB" altLang="en-US"/>
          </a:p>
        </p:txBody>
      </p:sp>
      <p:sp>
        <p:nvSpPr>
          <p:cNvPr id="296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970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63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1E401-2735-4D24-8D77-47B3013450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36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916F44-43BA-42C9-87AB-3F2FFFDF64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435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1F7D6-D2B8-46B1-80E7-289CC6D9ED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44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7013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0200"/>
            <a:ext cx="4038600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0E304-57B7-463E-956F-9AD16B3F24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30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DEFFA-704B-4AD3-87EE-20252D1C12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02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E7B2E5-4AA6-4EA6-9A01-B9504104C3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12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37E4A-265D-4F50-839F-6FDFD0D0ED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0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2AF27-418D-4AE6-BA49-AAA1705A6A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066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065D53-D536-4E2C-A47A-083CCADD0D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873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8F880-F04B-432C-85E8-DA2E36E336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98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5813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909CA-5212-475F-85C2-BFB2512D05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6501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56432-5126-4DFB-94F2-8DE256DFB2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238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BE81E-4C8D-4D4A-88C5-6D31605EF1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161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8759F4-094D-43C3-8A9B-40443F2B10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8559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860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15D40-018A-4251-B8D0-820A5071EF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343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87532-FBBA-4ACC-9E5A-817500CB83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068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B3ACA1-25AA-4523-9602-DEF89A3681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1844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288A6-D4DC-4BC2-A227-1F6783E632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665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95EF9-9EB8-457C-8D3D-BC0BD078FD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9420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BE8F1-5D1B-40CD-B720-837274FCEC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1780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0B28D0-170C-43C1-AE8D-E6A167324D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5245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0"/>
            <a:ext cx="2055813" cy="46053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6019800" cy="4605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FBD56-3AF9-44A0-808B-2196385750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4474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0"/>
            <a:ext cx="7621588" cy="1752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0FC9B-E8A0-4027-B37C-967140BF3D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045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8013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8013" cy="452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3638"/>
            <a:ext cx="21320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+mj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8400"/>
            <a:ext cx="2894013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+mj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3638"/>
            <a:ext cx="21320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anose="02020404030301010803" pitchFamily="18" charset="0"/>
              <a:buNone/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+mn-ea"/>
              </a:defRPr>
            </a:lvl1pPr>
          </a:lstStyle>
          <a:p>
            <a:pPr>
              <a:defRPr/>
            </a:pPr>
            <a:fld id="{42074170-97CA-405C-A8E5-1100A6D2B9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Freeform 6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57200" y="6172200"/>
            <a:ext cx="8229600" cy="1588"/>
          </a:xfrm>
          <a:prstGeom prst="line">
            <a:avLst/>
          </a:prstGeom>
          <a:noFill/>
          <a:ln w="1908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2pPr>
      <a:lvl3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3pPr>
      <a:lvl4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4pPr>
      <a:lvl5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5pPr>
      <a:lvl6pPr marL="4572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6pPr>
      <a:lvl7pPr marL="9144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7pPr>
      <a:lvl8pPr marL="13716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8pPr>
      <a:lvl9pPr marL="18288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9pPr>
    </p:titleStyle>
    <p:bodyStyle>
      <a:lvl1pPr marL="341313" indent="-341313" algn="l" defTabSz="457200" rtl="0" eaLnBrk="0" fontAlgn="base" hangingPunct="0">
        <a:lnSpc>
          <a:spcPct val="93000"/>
        </a:lnSpc>
        <a:spcBef>
          <a:spcPts val="750"/>
        </a:spcBef>
        <a:spcAft>
          <a:spcPct val="0"/>
        </a:spcAft>
        <a:buClr>
          <a:srgbClr val="CC9900"/>
        </a:buClr>
        <a:buSzPct val="65000"/>
        <a:buFont typeface="Wingdings" panose="05000000000000000000" pitchFamily="2" charset="2"/>
        <a:buChar char="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668338" indent="-325438" algn="l" defTabSz="457200" rtl="0" eaLnBrk="0" fontAlgn="base" hangingPunct="0">
        <a:lnSpc>
          <a:spcPct val="93000"/>
        </a:lnSpc>
        <a:spcBef>
          <a:spcPts val="650"/>
        </a:spcBef>
        <a:spcAft>
          <a:spcPct val="0"/>
        </a:spcAft>
        <a:buClr>
          <a:srgbClr val="3B812F"/>
        </a:buClr>
        <a:buSzPct val="60000"/>
        <a:buFont typeface="Wingdings" panose="05000000000000000000" pitchFamily="2" charset="2"/>
        <a:buChar char=""/>
        <a:defRPr sz="2600">
          <a:solidFill>
            <a:srgbClr val="000000"/>
          </a:solidFill>
          <a:latin typeface="+mn-lt"/>
          <a:ea typeface="+mn-ea"/>
          <a:cs typeface="+mn-cs"/>
        </a:defRPr>
      </a:lvl2pPr>
      <a:lvl3pPr marL="1020763" indent="-349250" algn="l" defTabSz="457200" rtl="0" eaLnBrk="0" fontAlgn="base" hangingPunct="0">
        <a:lnSpc>
          <a:spcPct val="93000"/>
        </a:lnSpc>
        <a:spcBef>
          <a:spcPts val="550"/>
        </a:spcBef>
        <a:spcAft>
          <a:spcPct val="0"/>
        </a:spcAft>
        <a:buClr>
          <a:srgbClr val="CC9900"/>
        </a:buClr>
        <a:buSzPct val="65000"/>
        <a:buFont typeface="Wingdings" panose="05000000000000000000" pitchFamily="2" charset="2"/>
        <a:buChar char="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338263" indent="-314325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0000"/>
        <a:buFont typeface="Wingdings" panose="05000000000000000000" pitchFamily="2" charset="2"/>
        <a:buChar char="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1679575" indent="-338138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anose="05000000000000000000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1367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5939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0511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5083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524000"/>
            <a:ext cx="7621588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3638"/>
            <a:ext cx="21320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itchFamily="18" charset="0"/>
              <a:buNone/>
              <a:tabLst>
                <a:tab pos="723900" algn="l"/>
                <a:tab pos="1447800" algn="l"/>
              </a:tabLst>
              <a:defRPr sz="1200">
                <a:solidFill>
                  <a:srgbClr val="000000"/>
                </a:solidFill>
                <a:latin typeface="+mj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124200" y="6243638"/>
            <a:ext cx="28940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itchFamily="18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+mj-lt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43638"/>
            <a:ext cx="213201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100000"/>
              <a:buFont typeface="Garamond" panose="02020404030301010803" pitchFamily="18" charset="0"/>
              <a:buNone/>
              <a:defRPr sz="1200">
                <a:solidFill>
                  <a:srgbClr val="000000"/>
                </a:solidFill>
                <a:latin typeface="Garamond" panose="02020404030301010803" pitchFamily="18" charset="0"/>
                <a:ea typeface="+mn-ea"/>
              </a:defRPr>
            </a:lvl1pPr>
          </a:lstStyle>
          <a:p>
            <a:pPr>
              <a:defRPr/>
            </a:pPr>
            <a:fld id="{D6CE4480-C278-4C0C-AB53-9870FF44DA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4" name="Freeform 5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56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5" name="Line 6"/>
          <p:cNvSpPr>
            <a:spLocks noChangeShapeType="1"/>
          </p:cNvSpPr>
          <p:nvPr/>
        </p:nvSpPr>
        <p:spPr bwMode="auto">
          <a:xfrm>
            <a:off x="1981200" y="3962400"/>
            <a:ext cx="6511925" cy="1588"/>
          </a:xfrm>
          <a:prstGeom prst="line">
            <a:avLst/>
          </a:prstGeom>
          <a:noFill/>
          <a:ln w="19080">
            <a:solidFill>
              <a:srgbClr val="CC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8013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2pPr>
      <a:lvl3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3pPr>
      <a:lvl4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4pPr>
      <a:lvl5pPr algn="l" defTabSz="45720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anose="02020404030301010803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5pPr>
      <a:lvl6pPr marL="4572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6pPr>
      <a:lvl7pPr marL="9144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7pPr>
      <a:lvl8pPr marL="13716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8pPr>
      <a:lvl9pPr marL="1828800" algn="l" defTabSz="457200" rtl="0" fontAlgn="base">
        <a:lnSpc>
          <a:spcPct val="95000"/>
        </a:lnSpc>
        <a:spcBef>
          <a:spcPct val="0"/>
        </a:spcBef>
        <a:spcAft>
          <a:spcPct val="0"/>
        </a:spcAft>
        <a:buClr>
          <a:srgbClr val="006633"/>
        </a:buClr>
        <a:buSzPct val="100000"/>
        <a:buFont typeface="Garamond" pitchFamily="18" charset="0"/>
        <a:defRPr sz="4200">
          <a:solidFill>
            <a:srgbClr val="006633"/>
          </a:solidFill>
          <a:latin typeface="Garamond" pitchFamily="18" charset="0"/>
          <a:ea typeface="Lucida Sans Unicode" pitchFamily="34" charset="0"/>
          <a:cs typeface="Lucida Sans Unicode" pitchFamily="34" charset="0"/>
        </a:defRPr>
      </a:lvl9pPr>
    </p:titleStyle>
    <p:bodyStyle>
      <a:lvl1pPr marL="341313" indent="-341313" algn="l" defTabSz="457200" rtl="0" eaLnBrk="0" fontAlgn="base" hangingPunct="0">
        <a:lnSpc>
          <a:spcPct val="93000"/>
        </a:lnSpc>
        <a:spcBef>
          <a:spcPts val="750"/>
        </a:spcBef>
        <a:spcAft>
          <a:spcPct val="0"/>
        </a:spcAft>
        <a:buClr>
          <a:srgbClr val="CC9900"/>
        </a:buClr>
        <a:buSzPct val="65000"/>
        <a:buFont typeface="Wingdings" panose="05000000000000000000" pitchFamily="2" charset="2"/>
        <a:buChar char=""/>
        <a:defRPr sz="3000">
          <a:solidFill>
            <a:srgbClr val="000000"/>
          </a:solidFill>
          <a:latin typeface="+mn-lt"/>
          <a:ea typeface="+mn-ea"/>
          <a:cs typeface="+mn-cs"/>
        </a:defRPr>
      </a:lvl1pPr>
      <a:lvl2pPr marL="668338" indent="-325438" algn="l" defTabSz="457200" rtl="0" eaLnBrk="0" fontAlgn="base" hangingPunct="0">
        <a:lnSpc>
          <a:spcPct val="93000"/>
        </a:lnSpc>
        <a:spcBef>
          <a:spcPts val="650"/>
        </a:spcBef>
        <a:spcAft>
          <a:spcPct val="0"/>
        </a:spcAft>
        <a:buClr>
          <a:srgbClr val="3B812F"/>
        </a:buClr>
        <a:buSzPct val="60000"/>
        <a:buFont typeface="Wingdings" panose="05000000000000000000" pitchFamily="2" charset="2"/>
        <a:buChar char=""/>
        <a:defRPr sz="2600">
          <a:solidFill>
            <a:srgbClr val="000000"/>
          </a:solidFill>
          <a:latin typeface="+mn-lt"/>
          <a:ea typeface="+mn-ea"/>
          <a:cs typeface="+mn-cs"/>
        </a:defRPr>
      </a:lvl2pPr>
      <a:lvl3pPr marL="1020763" indent="-349250" algn="l" defTabSz="457200" rtl="0" eaLnBrk="0" fontAlgn="base" hangingPunct="0">
        <a:lnSpc>
          <a:spcPct val="93000"/>
        </a:lnSpc>
        <a:spcBef>
          <a:spcPts val="550"/>
        </a:spcBef>
        <a:spcAft>
          <a:spcPct val="0"/>
        </a:spcAft>
        <a:buClr>
          <a:srgbClr val="CC9900"/>
        </a:buClr>
        <a:buSzPct val="65000"/>
        <a:buFont typeface="Wingdings" panose="05000000000000000000" pitchFamily="2" charset="2"/>
        <a:buChar char="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338263" indent="-314325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0000"/>
        <a:buFont typeface="Wingdings" panose="05000000000000000000" pitchFamily="2" charset="2"/>
        <a:buChar char="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1679575" indent="-338138" algn="l" defTabSz="457200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anose="05000000000000000000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1367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5939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0511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508375" indent="-338138" algn="l" defTabSz="457200" rtl="0" fontAlgn="base">
        <a:lnSpc>
          <a:spcPct val="93000"/>
        </a:lnSpc>
        <a:spcBef>
          <a:spcPts val="500"/>
        </a:spcBef>
        <a:spcAft>
          <a:spcPct val="0"/>
        </a:spcAft>
        <a:buClr>
          <a:srgbClr val="3B812F"/>
        </a:buClr>
        <a:buSzPct val="75000"/>
        <a:buFont typeface="Wingdings" pitchFamily="2" charset="2"/>
        <a:buChar char="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1524000"/>
            <a:ext cx="7623175" cy="1754188"/>
          </a:xfrm>
        </p:spPr>
        <p:txBody>
          <a:bodyPr/>
          <a:lstStyle/>
          <a:p>
            <a:pPr algn="ctr" eaLnBrk="1" hangingPunct="1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5000" dirty="0" err="1"/>
              <a:t>Pengantar</a:t>
            </a:r>
            <a:r>
              <a:rPr lang="en-GB" altLang="en-US" sz="5000" dirty="0"/>
              <a:t> </a:t>
            </a:r>
            <a:r>
              <a:rPr lang="en-GB" altLang="en-US" sz="5000" dirty="0" err="1"/>
              <a:t>Sistem</a:t>
            </a:r>
            <a:r>
              <a:rPr lang="en-GB" altLang="en-US" sz="5000" dirty="0"/>
              <a:t> </a:t>
            </a:r>
            <a:r>
              <a:rPr lang="en-GB" altLang="en-US" sz="5000" dirty="0" err="1"/>
              <a:t>Pakar</a:t>
            </a:r>
            <a:endParaRPr lang="en-GB" altLang="en-US" sz="50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0B8E3A-59EF-492D-8656-E38ADE296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12776"/>
            <a:ext cx="8272211" cy="2448272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id-ID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Seseorang berkonsultasi pada sistem pakar untuk mengetahui apakah terkena penyakit Radang Paru-Paru atau Tidak. Sistem pakar mempunyai basis pengetahuan sebagai berikut :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995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476673"/>
            <a:ext cx="8229600" cy="5544716"/>
          </a:xfrm>
        </p:spPr>
        <p:txBody>
          <a:bodyPr/>
          <a:lstStyle/>
          <a:p>
            <a:pPr marL="45720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Penentuan nilai CF Oleh Pakar</a:t>
            </a:r>
            <a:endParaRPr lang="en-US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CFpakar (Batuk Berdarah) = 1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CFpakar (Nyeri Dada) = 1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marL="45720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CFpakar (Lengan Kiri Kesemutan) = 0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CFpakar (Demam Tinggi 40</a:t>
            </a:r>
            <a:r>
              <a:rPr lang="id-ID" sz="36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= 0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CFpakar (Mual disertai Muntah) = 0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CFpakar (Diare) = 0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marL="45720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CFpakar (Pusing) = 06</a:t>
            </a:r>
            <a:endParaRPr lang="id-ID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2485912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79512" y="476673"/>
            <a:ext cx="8964488" cy="5544716"/>
          </a:xfrm>
        </p:spPr>
        <p:txBody>
          <a:bodyPr/>
          <a:lstStyle/>
          <a:p>
            <a:pPr marL="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Penentuan Nilai CF Oleh User, dimana</a:t>
            </a:r>
            <a:endParaRPr lang="en-US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Mengalami Batuk Berdarah : (CFuser = 0,8)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marL="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Mengalami Nyeri dada : (CFuser = 1,0)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marL="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Mengalami Lengan Kiri Kesemutan : (CFuser = 0,6)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marL="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Mengalami Demam Tinggi 40o : (CFuser = 0,8)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marL="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Mengalami Mual disertai Muntah : (CFuser = 0)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marL="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Mengalami Diare : (CFuser = 0,2)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</a:p>
          <a:p>
            <a:pPr marL="0" marR="0" lvl="1" indent="0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id-ID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Mengalami Pusing : (CFuser = 0,6)</a:t>
            </a:r>
            <a:endParaRPr lang="id-ID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5230801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Lucida Sans Unicode"/>
        <a:cs typeface="Lucida Sans Unicode"/>
      </a:majorFont>
      <a:minorFont>
        <a:latin typeface="Arial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Lucida Sans Unicode" pitchFamily="34" charset="0"/>
            <a:cs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Lucida Sans Unicode" pitchFamily="34" charset="0"/>
            <a:cs typeface="Lucida Sans Unicode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Lucida Sans Unicode"/>
        <a:cs typeface="Lucida Sans Unicode"/>
      </a:majorFont>
      <a:minorFont>
        <a:latin typeface="Arial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Lucida Sans Unicode" pitchFamily="34" charset="0"/>
            <a:cs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Lucida Sans Unicode" pitchFamily="34" charset="0"/>
            <a:cs typeface="Lucida Sans Unicode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180</Words>
  <Application>Microsoft Office PowerPoint</Application>
  <PresentationFormat>On-screen Show (4:3)</PresentationFormat>
  <Paragraphs>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Garamond</vt:lpstr>
      <vt:lpstr>Times New Roman</vt:lpstr>
      <vt:lpstr>Wingdings</vt:lpstr>
      <vt:lpstr>Default Design</vt:lpstr>
      <vt:lpstr>1_Default Design</vt:lpstr>
      <vt:lpstr>Pengantar Sistem Pakar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Sistem Pakar</dc:title>
  <dc:creator>LESTI</dc:creator>
  <cp:lastModifiedBy>una</cp:lastModifiedBy>
  <cp:revision>45</cp:revision>
  <dcterms:modified xsi:type="dcterms:W3CDTF">2026-10-08T04:42:33Z</dcterms:modified>
</cp:coreProperties>
</file>